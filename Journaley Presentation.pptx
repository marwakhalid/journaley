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embeddedFontLst>
    <p:embeddedFont>
      <p:font typeface="Arimo" panose="020B0604020202020204" charset="0"/>
      <p:regular r:id="rId8"/>
      <p:bold r:id="rId9"/>
      <p:italic r:id="rId10"/>
      <p:boldItalic r:id="rId11"/>
    </p:embeddedFont>
    <p:embeddedFont>
      <p:font typeface="Arimo Medium" panose="020B0604020202020204" charset="0"/>
      <p:regular r:id="rId12"/>
      <p:bold r:id="rId13"/>
      <p:italic r:id="rId14"/>
      <p:boldItalic r:id="rId15"/>
    </p:embeddedFont>
    <p:embeddedFont>
      <p:font typeface="Arimo SemiBold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2002" y="93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tableStyles" Target="tableStyle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d2b8941aa3_0_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d2b8941aa3_0_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d2b8941aa3_0_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d2b8941aa3_0_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d2b8941aa3_0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d2b8941aa3_0_4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d2b8941aa3_0_4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d2b8941aa3_0_4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d2b8941aa3_0_4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d2b8941aa3_0_4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BLANK_1_3">
    <p:bg>
      <p:bgPr>
        <a:solidFill>
          <a:schemeClr val="accent5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60000"/>
          </a:blip>
          <a:srcRect b="4816"/>
          <a:stretch/>
        </p:blipFill>
        <p:spPr>
          <a:xfrm>
            <a:off x="277500" y="277500"/>
            <a:ext cx="8589000" cy="4599000"/>
          </a:xfrm>
          <a:prstGeom prst="roundRect">
            <a:avLst>
              <a:gd name="adj" fmla="val 13515"/>
            </a:avLst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821004" y="4044275"/>
            <a:ext cx="5859300" cy="45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805650" y="792575"/>
            <a:ext cx="7547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>
            <a:off x="805650" y="4521775"/>
            <a:ext cx="7547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805651" y="582750"/>
            <a:ext cx="1743300" cy="12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3"/>
          </p:nvPr>
        </p:nvSpPr>
        <p:spPr>
          <a:xfrm>
            <a:off x="2679901" y="582750"/>
            <a:ext cx="1743300" cy="12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4"/>
          </p:nvPr>
        </p:nvSpPr>
        <p:spPr>
          <a:xfrm>
            <a:off x="7677976" y="582750"/>
            <a:ext cx="1743300" cy="12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795525" y="2323100"/>
            <a:ext cx="4838100" cy="145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Alt 2">
  <p:cSld name="BLANK_1_1_1">
    <p:bg>
      <p:bgPr>
        <a:solidFill>
          <a:schemeClr val="accent5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277515" y="277501"/>
            <a:ext cx="8589075" cy="4593888"/>
            <a:chOff x="277500" y="277500"/>
            <a:chExt cx="8589075" cy="4593888"/>
          </a:xfrm>
        </p:grpSpPr>
        <p:pic>
          <p:nvPicPr>
            <p:cNvPr id="19" name="Google Shape;19;p3"/>
            <p:cNvPicPr preferRelativeResize="0"/>
            <p:nvPr/>
          </p:nvPicPr>
          <p:blipFill>
            <a:blip r:embed="rId2">
              <a:alphaModFix amt="10000"/>
            </a:blip>
            <a:stretch>
              <a:fillRect/>
            </a:stretch>
          </p:blipFill>
          <p:spPr>
            <a:xfrm>
              <a:off x="277575" y="277500"/>
              <a:ext cx="8589000" cy="45938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" name="Google Shape;20;p3"/>
            <p:cNvSpPr/>
            <p:nvPr/>
          </p:nvSpPr>
          <p:spPr>
            <a:xfrm>
              <a:off x="277500" y="277500"/>
              <a:ext cx="8589000" cy="4582500"/>
            </a:xfrm>
            <a:prstGeom prst="roundRect">
              <a:avLst>
                <a:gd name="adj" fmla="val 6093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21" name="Google Shape;21;p3"/>
          <p:cNvSpPr/>
          <p:nvPr/>
        </p:nvSpPr>
        <p:spPr>
          <a:xfrm>
            <a:off x="601356" y="3751056"/>
            <a:ext cx="576000" cy="5760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51558" y="3801258"/>
            <a:ext cx="475500" cy="475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601325" y="3751025"/>
            <a:ext cx="576000" cy="576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mo"/>
              <a:buNone/>
              <a:defRPr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cxnSp>
        <p:nvCxnSpPr>
          <p:cNvPr id="24" name="Google Shape;24;p3"/>
          <p:cNvCxnSpPr/>
          <p:nvPr/>
        </p:nvCxnSpPr>
        <p:spPr>
          <a:xfrm rot="10800000">
            <a:off x="1341900" y="4039025"/>
            <a:ext cx="10146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2598475" y="3493075"/>
            <a:ext cx="5985300" cy="99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eakers">
  <p:cSld name="CUSTOM_23">
    <p:bg>
      <p:bgPr>
        <a:solidFill>
          <a:schemeClr val="accent5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>
            <a:spLocks noGrp="1"/>
          </p:cNvSpPr>
          <p:nvPr>
            <p:ph type="pic" idx="2"/>
          </p:nvPr>
        </p:nvSpPr>
        <p:spPr>
          <a:xfrm>
            <a:off x="277500" y="1963600"/>
            <a:ext cx="1333800" cy="1337100"/>
          </a:xfrm>
          <a:prstGeom prst="roundRect">
            <a:avLst>
              <a:gd name="adj" fmla="val 14278"/>
            </a:avLst>
          </a:prstGeom>
          <a:noFill/>
          <a:ln>
            <a:noFill/>
          </a:ln>
        </p:spPr>
      </p:sp>
      <p:sp>
        <p:nvSpPr>
          <p:cNvPr id="29" name="Google Shape;29;p4"/>
          <p:cNvSpPr>
            <a:spLocks noGrp="1"/>
          </p:cNvSpPr>
          <p:nvPr>
            <p:ph type="pic" idx="3"/>
          </p:nvPr>
        </p:nvSpPr>
        <p:spPr>
          <a:xfrm>
            <a:off x="1728225" y="1963600"/>
            <a:ext cx="1333800" cy="1337100"/>
          </a:xfrm>
          <a:prstGeom prst="roundRect">
            <a:avLst>
              <a:gd name="adj" fmla="val 14278"/>
            </a:avLst>
          </a:prstGeom>
          <a:noFill/>
          <a:ln>
            <a:noFill/>
          </a:ln>
        </p:spPr>
      </p:sp>
      <p:sp>
        <p:nvSpPr>
          <p:cNvPr id="30" name="Google Shape;30;p4"/>
          <p:cNvSpPr>
            <a:spLocks noGrp="1"/>
          </p:cNvSpPr>
          <p:nvPr>
            <p:ph type="pic" idx="4"/>
          </p:nvPr>
        </p:nvSpPr>
        <p:spPr>
          <a:xfrm>
            <a:off x="3179025" y="1963600"/>
            <a:ext cx="1333800" cy="1337100"/>
          </a:xfrm>
          <a:prstGeom prst="roundRect">
            <a:avLst>
              <a:gd name="adj" fmla="val 14278"/>
            </a:avLst>
          </a:prstGeom>
          <a:noFill/>
          <a:ln>
            <a:noFill/>
          </a:ln>
        </p:spPr>
      </p:sp>
      <p:sp>
        <p:nvSpPr>
          <p:cNvPr id="31" name="Google Shape;31;p4"/>
          <p:cNvSpPr>
            <a:spLocks noGrp="1"/>
          </p:cNvSpPr>
          <p:nvPr>
            <p:ph type="pic" idx="5"/>
          </p:nvPr>
        </p:nvSpPr>
        <p:spPr>
          <a:xfrm>
            <a:off x="4629825" y="1963600"/>
            <a:ext cx="1333800" cy="1337100"/>
          </a:xfrm>
          <a:prstGeom prst="roundRect">
            <a:avLst>
              <a:gd name="adj" fmla="val 14278"/>
            </a:avLst>
          </a:prstGeom>
          <a:noFill/>
          <a:ln>
            <a:noFill/>
          </a:ln>
        </p:spPr>
      </p:sp>
      <p:sp>
        <p:nvSpPr>
          <p:cNvPr id="32" name="Google Shape;32;p4"/>
          <p:cNvSpPr>
            <a:spLocks noGrp="1"/>
          </p:cNvSpPr>
          <p:nvPr>
            <p:ph type="pic" idx="6"/>
          </p:nvPr>
        </p:nvSpPr>
        <p:spPr>
          <a:xfrm>
            <a:off x="6080625" y="1963600"/>
            <a:ext cx="1333800" cy="1337100"/>
          </a:xfrm>
          <a:prstGeom prst="roundRect">
            <a:avLst>
              <a:gd name="adj" fmla="val 14278"/>
            </a:avLst>
          </a:prstGeom>
          <a:noFill/>
          <a:ln>
            <a:noFill/>
          </a:ln>
        </p:spPr>
      </p:sp>
      <p:sp>
        <p:nvSpPr>
          <p:cNvPr id="33" name="Google Shape;33;p4"/>
          <p:cNvSpPr>
            <a:spLocks noGrp="1"/>
          </p:cNvSpPr>
          <p:nvPr>
            <p:ph type="pic" idx="7"/>
          </p:nvPr>
        </p:nvSpPr>
        <p:spPr>
          <a:xfrm>
            <a:off x="7531425" y="1963600"/>
            <a:ext cx="1333800" cy="1337100"/>
          </a:xfrm>
          <a:prstGeom prst="roundRect">
            <a:avLst>
              <a:gd name="adj" fmla="val 14278"/>
            </a:avLst>
          </a:prstGeom>
          <a:noFill/>
          <a:ln>
            <a:noFill/>
          </a:ln>
        </p:spPr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277500" y="577275"/>
            <a:ext cx="7137000" cy="99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370644" y="4380300"/>
            <a:ext cx="1333800" cy="56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marL="914400" lvl="1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marL="1371600" lvl="2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marL="1828800" lvl="3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marL="2286000" lvl="4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marL="2743200" lvl="5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marL="3200400" lvl="6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marL="3657600" lvl="7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marL="4114800" lvl="8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body" idx="8"/>
          </p:nvPr>
        </p:nvSpPr>
        <p:spPr>
          <a:xfrm>
            <a:off x="1821624" y="4380300"/>
            <a:ext cx="1333800" cy="56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marL="914400" lvl="1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marL="1371600" lvl="2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marL="1828800" lvl="3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marL="2286000" lvl="4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marL="2743200" lvl="5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marL="3200400" lvl="6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marL="3657600" lvl="7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marL="4114800" lvl="8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9"/>
          </p:nvPr>
        </p:nvSpPr>
        <p:spPr>
          <a:xfrm>
            <a:off x="3272604" y="4380300"/>
            <a:ext cx="1333800" cy="56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marL="914400" lvl="1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marL="1371600" lvl="2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marL="1828800" lvl="3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marL="2286000" lvl="4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marL="2743200" lvl="5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marL="3200400" lvl="6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marL="3657600" lvl="7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marL="4114800" lvl="8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body" idx="13"/>
          </p:nvPr>
        </p:nvSpPr>
        <p:spPr>
          <a:xfrm>
            <a:off x="4723584" y="4380300"/>
            <a:ext cx="1333800" cy="56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marL="914400" lvl="1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marL="1371600" lvl="2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marL="1828800" lvl="3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marL="2286000" lvl="4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marL="2743200" lvl="5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marL="3200400" lvl="6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marL="3657600" lvl="7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marL="4114800" lvl="8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body" idx="14"/>
          </p:nvPr>
        </p:nvSpPr>
        <p:spPr>
          <a:xfrm>
            <a:off x="6174564" y="4380300"/>
            <a:ext cx="1333800" cy="56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marL="914400" lvl="1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marL="1371600" lvl="2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marL="1828800" lvl="3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marL="2286000" lvl="4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marL="2743200" lvl="5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marL="3200400" lvl="6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marL="3657600" lvl="7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marL="4114800" lvl="8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body" idx="15"/>
          </p:nvPr>
        </p:nvSpPr>
        <p:spPr>
          <a:xfrm>
            <a:off x="7625544" y="4380300"/>
            <a:ext cx="1333800" cy="56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marL="914400" lvl="1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marL="1371600" lvl="2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marL="1828800" lvl="3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marL="2286000" lvl="4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marL="2743200" lvl="5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marL="3200400" lvl="6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marL="3657600" lvl="7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marL="4114800" lvl="8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42" name="Google Shape;42;p4"/>
          <p:cNvSpPr txBox="1">
            <a:spLocks noGrp="1"/>
          </p:cNvSpPr>
          <p:nvPr>
            <p:ph type="subTitle" idx="16"/>
          </p:nvPr>
        </p:nvSpPr>
        <p:spPr>
          <a:xfrm>
            <a:off x="370650" y="3810800"/>
            <a:ext cx="1248000" cy="53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43" name="Google Shape;43;p4"/>
          <p:cNvSpPr txBox="1">
            <a:spLocks noGrp="1"/>
          </p:cNvSpPr>
          <p:nvPr>
            <p:ph type="subTitle" idx="17"/>
          </p:nvPr>
        </p:nvSpPr>
        <p:spPr>
          <a:xfrm>
            <a:off x="1821493" y="3810800"/>
            <a:ext cx="1248000" cy="53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subTitle" idx="18"/>
          </p:nvPr>
        </p:nvSpPr>
        <p:spPr>
          <a:xfrm>
            <a:off x="3272343" y="3810800"/>
            <a:ext cx="1248000" cy="53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45" name="Google Shape;45;p4"/>
          <p:cNvSpPr txBox="1">
            <a:spLocks noGrp="1"/>
          </p:cNvSpPr>
          <p:nvPr>
            <p:ph type="subTitle" idx="19"/>
          </p:nvPr>
        </p:nvSpPr>
        <p:spPr>
          <a:xfrm>
            <a:off x="4723193" y="3810800"/>
            <a:ext cx="1248000" cy="53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subTitle" idx="20"/>
          </p:nvPr>
        </p:nvSpPr>
        <p:spPr>
          <a:xfrm>
            <a:off x="6174375" y="3810800"/>
            <a:ext cx="1248000" cy="53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ubTitle" idx="21"/>
          </p:nvPr>
        </p:nvSpPr>
        <p:spPr>
          <a:xfrm>
            <a:off x="7625550" y="3810800"/>
            <a:ext cx="1248000" cy="53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48" name="Google Shape;48;p4"/>
          <p:cNvSpPr txBox="1">
            <a:spLocks noGrp="1"/>
          </p:cNvSpPr>
          <p:nvPr>
            <p:ph type="subTitle" idx="22"/>
          </p:nvPr>
        </p:nvSpPr>
        <p:spPr>
          <a:xfrm>
            <a:off x="277500" y="291038"/>
            <a:ext cx="1743300" cy="12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49" name="Google Shape;49;p4"/>
          <p:cNvSpPr txBox="1">
            <a:spLocks noGrp="1"/>
          </p:cNvSpPr>
          <p:nvPr>
            <p:ph type="subTitle" idx="23"/>
          </p:nvPr>
        </p:nvSpPr>
        <p:spPr>
          <a:xfrm>
            <a:off x="7151050" y="290218"/>
            <a:ext cx="1715400" cy="12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ve cards">
  <p:cSld name="CUSTOM_24">
    <p:bg>
      <p:bgPr>
        <a:solidFill>
          <a:schemeClr val="accent5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 txBox="1">
            <a:spLocks noGrp="1"/>
          </p:cNvSpPr>
          <p:nvPr>
            <p:ph type="subTitle" idx="1"/>
          </p:nvPr>
        </p:nvSpPr>
        <p:spPr>
          <a:xfrm>
            <a:off x="417936" y="2908400"/>
            <a:ext cx="1337400" cy="39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ubTitle" idx="2"/>
          </p:nvPr>
        </p:nvSpPr>
        <p:spPr>
          <a:xfrm>
            <a:off x="2167325" y="2908400"/>
            <a:ext cx="1337400" cy="39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ubTitle" idx="3"/>
          </p:nvPr>
        </p:nvSpPr>
        <p:spPr>
          <a:xfrm>
            <a:off x="3905470" y="2908400"/>
            <a:ext cx="1337400" cy="39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subTitle" idx="4"/>
          </p:nvPr>
        </p:nvSpPr>
        <p:spPr>
          <a:xfrm>
            <a:off x="5652384" y="2908400"/>
            <a:ext cx="1337400" cy="39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ubTitle" idx="5"/>
          </p:nvPr>
        </p:nvSpPr>
        <p:spPr>
          <a:xfrm>
            <a:off x="7392630" y="2908400"/>
            <a:ext cx="1337400" cy="39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body" idx="6"/>
          </p:nvPr>
        </p:nvSpPr>
        <p:spPr>
          <a:xfrm>
            <a:off x="417811" y="3433000"/>
            <a:ext cx="1337400" cy="1176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body" idx="7"/>
          </p:nvPr>
        </p:nvSpPr>
        <p:spPr>
          <a:xfrm>
            <a:off x="2167325" y="3433000"/>
            <a:ext cx="1337400" cy="117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5"/>
          <p:cNvSpPr txBox="1">
            <a:spLocks noGrp="1"/>
          </p:cNvSpPr>
          <p:nvPr>
            <p:ph type="body" idx="8"/>
          </p:nvPr>
        </p:nvSpPr>
        <p:spPr>
          <a:xfrm>
            <a:off x="3903300" y="3433000"/>
            <a:ext cx="1337400" cy="117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>
            <a:endParaRPr/>
          </a:p>
        </p:txBody>
      </p:sp>
      <p:sp>
        <p:nvSpPr>
          <p:cNvPr id="59" name="Google Shape;59;p5"/>
          <p:cNvSpPr txBox="1">
            <a:spLocks noGrp="1"/>
          </p:cNvSpPr>
          <p:nvPr>
            <p:ph type="body" idx="9"/>
          </p:nvPr>
        </p:nvSpPr>
        <p:spPr>
          <a:xfrm>
            <a:off x="5648625" y="3433000"/>
            <a:ext cx="1337400" cy="117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body" idx="13"/>
          </p:nvPr>
        </p:nvSpPr>
        <p:spPr>
          <a:xfrm>
            <a:off x="7385291" y="3433000"/>
            <a:ext cx="1337400" cy="117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subTitle" idx="14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subTitle" idx="15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>
            <a:endParaRPr/>
          </a:p>
        </p:txBody>
      </p:sp>
      <p:sp>
        <p:nvSpPr>
          <p:cNvPr id="64" name="Google Shape;64;p5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 - Alt 1">
  <p:cSld name="CUSTOM_25">
    <p:bg>
      <p:bgPr>
        <a:solidFill>
          <a:schemeClr val="accent5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6"/>
          <p:cNvSpPr txBox="1"/>
          <p:nvPr/>
        </p:nvSpPr>
        <p:spPr>
          <a:xfrm>
            <a:off x="277500" y="277500"/>
            <a:ext cx="8589000" cy="10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ubTitle" idx="1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70" name="Google Shape;70;p6"/>
          <p:cNvSpPr txBox="1">
            <a:spLocks noGrp="1"/>
          </p:cNvSpPr>
          <p:nvPr>
            <p:ph type="subTitle" idx="3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71" name="Google Shape;71;p6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+ 4 steps - Alt 1">
  <p:cSld name="CUSTOM_25_1_1">
    <p:bg>
      <p:bgPr>
        <a:solidFill>
          <a:schemeClr val="accent5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 txBox="1">
            <a:spLocks noGrp="1"/>
          </p:cNvSpPr>
          <p:nvPr>
            <p:ph type="title"/>
          </p:nvPr>
        </p:nvSpPr>
        <p:spPr>
          <a:xfrm>
            <a:off x="1969400" y="138075"/>
            <a:ext cx="5217000" cy="8850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subTitle" idx="1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subTitle" idx="2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7"/>
          <p:cNvSpPr>
            <a:spLocks noGrp="1"/>
          </p:cNvSpPr>
          <p:nvPr>
            <p:ph type="pic" idx="3"/>
          </p:nvPr>
        </p:nvSpPr>
        <p:spPr>
          <a:xfrm>
            <a:off x="3766700" y="873150"/>
            <a:ext cx="1621800" cy="3549600"/>
          </a:xfrm>
          <a:prstGeom prst="roundRect">
            <a:avLst>
              <a:gd name="adj" fmla="val 10482"/>
            </a:avLst>
          </a:prstGeom>
          <a:noFill/>
          <a:ln>
            <a:noFill/>
          </a:ln>
        </p:spPr>
      </p:sp>
      <p:sp>
        <p:nvSpPr>
          <p:cNvPr id="78" name="Google Shape;78;p7"/>
          <p:cNvSpPr>
            <a:spLocks noGrp="1"/>
          </p:cNvSpPr>
          <p:nvPr>
            <p:ph type="pic" idx="4"/>
          </p:nvPr>
        </p:nvSpPr>
        <p:spPr>
          <a:xfrm>
            <a:off x="289100" y="1324475"/>
            <a:ext cx="1563300" cy="2531100"/>
          </a:xfrm>
          <a:prstGeom prst="roundRect">
            <a:avLst>
              <a:gd name="adj" fmla="val 11947"/>
            </a:avLst>
          </a:prstGeom>
          <a:noFill/>
          <a:ln>
            <a:noFill/>
          </a:ln>
        </p:spPr>
      </p:sp>
      <p:sp>
        <p:nvSpPr>
          <p:cNvPr id="79" name="Google Shape;79;p7"/>
          <p:cNvSpPr>
            <a:spLocks noGrp="1"/>
          </p:cNvSpPr>
          <p:nvPr>
            <p:ph type="pic" idx="5"/>
          </p:nvPr>
        </p:nvSpPr>
        <p:spPr>
          <a:xfrm>
            <a:off x="1969400" y="1142650"/>
            <a:ext cx="1563300" cy="2531100"/>
          </a:xfrm>
          <a:prstGeom prst="roundRect">
            <a:avLst>
              <a:gd name="adj" fmla="val 11947"/>
            </a:avLst>
          </a:prstGeom>
          <a:noFill/>
          <a:ln>
            <a:noFill/>
          </a:ln>
        </p:spPr>
      </p:sp>
      <p:sp>
        <p:nvSpPr>
          <p:cNvPr id="80" name="Google Shape;80;p7"/>
          <p:cNvSpPr>
            <a:spLocks noGrp="1"/>
          </p:cNvSpPr>
          <p:nvPr>
            <p:ph type="pic" idx="6"/>
          </p:nvPr>
        </p:nvSpPr>
        <p:spPr>
          <a:xfrm>
            <a:off x="5623125" y="1142650"/>
            <a:ext cx="1563300" cy="2531100"/>
          </a:xfrm>
          <a:prstGeom prst="roundRect">
            <a:avLst>
              <a:gd name="adj" fmla="val 11947"/>
            </a:avLst>
          </a:prstGeom>
          <a:noFill/>
          <a:ln>
            <a:noFill/>
          </a:ln>
        </p:spPr>
      </p:sp>
      <p:sp>
        <p:nvSpPr>
          <p:cNvPr id="81" name="Google Shape;81;p7"/>
          <p:cNvSpPr>
            <a:spLocks noGrp="1"/>
          </p:cNvSpPr>
          <p:nvPr>
            <p:ph type="pic" idx="7"/>
          </p:nvPr>
        </p:nvSpPr>
        <p:spPr>
          <a:xfrm>
            <a:off x="7304050" y="1324475"/>
            <a:ext cx="1563300" cy="2531100"/>
          </a:xfrm>
          <a:prstGeom prst="roundRect">
            <a:avLst>
              <a:gd name="adj" fmla="val 11947"/>
            </a:avLst>
          </a:prstGeom>
          <a:noFill/>
          <a:ln>
            <a:noFill/>
          </a:ln>
        </p:spPr>
      </p:sp>
      <p:sp>
        <p:nvSpPr>
          <p:cNvPr id="82" name="Google Shape;82;p7"/>
          <p:cNvSpPr txBox="1">
            <a:spLocks noGrp="1"/>
          </p:cNvSpPr>
          <p:nvPr>
            <p:ph type="subTitle" idx="8"/>
          </p:nvPr>
        </p:nvSpPr>
        <p:spPr>
          <a:xfrm>
            <a:off x="378475" y="4261299"/>
            <a:ext cx="1563300" cy="20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83" name="Google Shape;83;p7"/>
          <p:cNvSpPr txBox="1">
            <a:spLocks noGrp="1"/>
          </p:cNvSpPr>
          <p:nvPr>
            <p:ph type="subTitle" idx="9"/>
          </p:nvPr>
        </p:nvSpPr>
        <p:spPr>
          <a:xfrm>
            <a:off x="378476" y="4562900"/>
            <a:ext cx="1473900" cy="29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84" name="Google Shape;84;p7"/>
          <p:cNvSpPr txBox="1">
            <a:spLocks noGrp="1"/>
          </p:cNvSpPr>
          <p:nvPr>
            <p:ph type="subTitle" idx="13"/>
          </p:nvPr>
        </p:nvSpPr>
        <p:spPr>
          <a:xfrm>
            <a:off x="2057625" y="4074126"/>
            <a:ext cx="1563300" cy="20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85" name="Google Shape;85;p7"/>
          <p:cNvSpPr txBox="1">
            <a:spLocks noGrp="1"/>
          </p:cNvSpPr>
          <p:nvPr>
            <p:ph type="subTitle" idx="14"/>
          </p:nvPr>
        </p:nvSpPr>
        <p:spPr>
          <a:xfrm>
            <a:off x="2057625" y="4375725"/>
            <a:ext cx="1473900" cy="29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86" name="Google Shape;86;p7"/>
          <p:cNvSpPr txBox="1">
            <a:spLocks noGrp="1"/>
          </p:cNvSpPr>
          <p:nvPr>
            <p:ph type="subTitle" idx="15"/>
          </p:nvPr>
        </p:nvSpPr>
        <p:spPr>
          <a:xfrm>
            <a:off x="5712200" y="4074126"/>
            <a:ext cx="15633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87" name="Google Shape;87;p7"/>
          <p:cNvSpPr txBox="1">
            <a:spLocks noGrp="1"/>
          </p:cNvSpPr>
          <p:nvPr>
            <p:ph type="subTitle" idx="16"/>
          </p:nvPr>
        </p:nvSpPr>
        <p:spPr>
          <a:xfrm>
            <a:off x="5712200" y="4375725"/>
            <a:ext cx="1473900" cy="29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88" name="Google Shape;88;p7"/>
          <p:cNvSpPr txBox="1">
            <a:spLocks noGrp="1"/>
          </p:cNvSpPr>
          <p:nvPr>
            <p:ph type="subTitle" idx="17"/>
          </p:nvPr>
        </p:nvSpPr>
        <p:spPr>
          <a:xfrm>
            <a:off x="7395575" y="4261301"/>
            <a:ext cx="15633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89" name="Google Shape;89;p7"/>
          <p:cNvSpPr txBox="1">
            <a:spLocks noGrp="1"/>
          </p:cNvSpPr>
          <p:nvPr>
            <p:ph type="subTitle" idx="18"/>
          </p:nvPr>
        </p:nvSpPr>
        <p:spPr>
          <a:xfrm>
            <a:off x="7395575" y="4562900"/>
            <a:ext cx="1504200" cy="29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Alt 1">
  <p:cSld name="CUSTOM_21_1_1">
    <p:bg>
      <p:bgPr>
        <a:solidFill>
          <a:schemeClr val="accent5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 txBox="1">
            <a:spLocks noGrp="1"/>
          </p:cNvSpPr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>
            <a:endParaRPr/>
          </a:p>
        </p:txBody>
      </p:sp>
      <p:sp>
        <p:nvSpPr>
          <p:cNvPr id="92" name="Google Shape;92;p8"/>
          <p:cNvSpPr txBox="1">
            <a:spLocks noGrp="1"/>
          </p:cNvSpPr>
          <p:nvPr>
            <p:ph type="subTitle" idx="1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93" name="Google Shape;93;p8"/>
          <p:cNvSpPr txBox="1">
            <a:spLocks noGrp="1"/>
          </p:cNvSpPr>
          <p:nvPr>
            <p:ph type="subTitle" idx="2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main point">
  <p:cSld name="BLANK_1_1_1_1_1_1">
    <p:bg>
      <p:bgPr>
        <a:solidFill>
          <a:schemeClr val="accent5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9"/>
          <p:cNvPicPr preferRelativeResize="0"/>
          <p:nvPr/>
        </p:nvPicPr>
        <p:blipFill rotWithShape="1">
          <a:blip r:embed="rId2">
            <a:alphaModFix amt="10000"/>
          </a:blip>
          <a:srcRect l="1068" t="592" r="20" b="720"/>
          <a:stretch/>
        </p:blipFill>
        <p:spPr>
          <a:xfrm>
            <a:off x="277425" y="277650"/>
            <a:ext cx="8588100" cy="4582500"/>
          </a:xfrm>
          <a:prstGeom prst="roundRect">
            <a:avLst>
              <a:gd name="adj" fmla="val 13460"/>
            </a:avLst>
          </a:prstGeom>
          <a:noFill/>
          <a:ln>
            <a:noFill/>
          </a:ln>
        </p:spPr>
      </p:pic>
      <p:sp>
        <p:nvSpPr>
          <p:cNvPr id="97" name="Google Shape;97;p9"/>
          <p:cNvSpPr txBox="1">
            <a:spLocks noGrp="1"/>
          </p:cNvSpPr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- Alt 1">
  <p:cSld name="BLANK_1_1_1_1_1_1_1_1_1_1_1">
    <p:bg>
      <p:bgPr>
        <a:solidFill>
          <a:schemeClr val="accent5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"/>
          <p:cNvSpPr txBox="1">
            <a:spLocks noGrp="1"/>
          </p:cNvSpPr>
          <p:nvPr>
            <p:ph type="subTitle" idx="1"/>
          </p:nvPr>
        </p:nvSpPr>
        <p:spPr>
          <a:xfrm>
            <a:off x="4539825" y="3178291"/>
            <a:ext cx="4325700" cy="452700"/>
          </a:xfrm>
          <a:prstGeom prst="rect">
            <a:avLst/>
          </a:prstGeom>
        </p:spPr>
        <p:txBody>
          <a:bodyPr spcFirstLastPara="1" wrap="square" lIns="91425" tIns="91425" rIns="0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01" name="Google Shape;101;p10"/>
          <p:cNvSpPr txBox="1">
            <a:spLocks noGrp="1"/>
          </p:cNvSpPr>
          <p:nvPr>
            <p:ph type="subTitle" idx="2"/>
          </p:nvPr>
        </p:nvSpPr>
        <p:spPr>
          <a:xfrm>
            <a:off x="4539825" y="3792808"/>
            <a:ext cx="4325700" cy="452700"/>
          </a:xfrm>
          <a:prstGeom prst="rect">
            <a:avLst/>
          </a:prstGeom>
        </p:spPr>
        <p:txBody>
          <a:bodyPr spcFirstLastPara="1" wrap="square" lIns="91425" tIns="91425" rIns="0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02" name="Google Shape;102;p10"/>
          <p:cNvSpPr txBox="1">
            <a:spLocks noGrp="1"/>
          </p:cNvSpPr>
          <p:nvPr>
            <p:ph type="subTitle" idx="3"/>
          </p:nvPr>
        </p:nvSpPr>
        <p:spPr>
          <a:xfrm>
            <a:off x="4539825" y="4407325"/>
            <a:ext cx="4325700" cy="452700"/>
          </a:xfrm>
          <a:prstGeom prst="rect">
            <a:avLst/>
          </a:prstGeom>
        </p:spPr>
        <p:txBody>
          <a:bodyPr spcFirstLastPara="1" wrap="square" lIns="91425" tIns="91425" rIns="0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03" name="Google Shape;103;p10"/>
          <p:cNvSpPr txBox="1">
            <a:spLocks noGrp="1"/>
          </p:cNvSpPr>
          <p:nvPr>
            <p:ph type="title"/>
          </p:nvPr>
        </p:nvSpPr>
        <p:spPr>
          <a:xfrm>
            <a:off x="277425" y="2056225"/>
            <a:ext cx="3541500" cy="2803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ubTitle" idx="4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05" name="Google Shape;105;p10"/>
          <p:cNvSpPr txBox="1">
            <a:spLocks noGrp="1"/>
          </p:cNvSpPr>
          <p:nvPr>
            <p:ph type="subTitle" idx="5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06" name="Google Shape;106;p10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- Alt 1">
  <p:cSld name="CUSTOM_11">
    <p:bg>
      <p:bgPr>
        <a:solidFill>
          <a:schemeClr val="accent5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"/>
          <p:cNvSpPr>
            <a:spLocks noGrp="1"/>
          </p:cNvSpPr>
          <p:nvPr>
            <p:ph type="pic" idx="2"/>
          </p:nvPr>
        </p:nvSpPr>
        <p:spPr>
          <a:xfrm>
            <a:off x="7480825" y="734600"/>
            <a:ext cx="1383900" cy="1660200"/>
          </a:xfrm>
          <a:prstGeom prst="roundRect">
            <a:avLst>
              <a:gd name="adj" fmla="val 11646"/>
            </a:avLst>
          </a:prstGeom>
          <a:noFill/>
          <a:ln>
            <a:noFill/>
          </a:ln>
        </p:spPr>
      </p:sp>
      <p:sp>
        <p:nvSpPr>
          <p:cNvPr id="109" name="Google Shape;109;p11"/>
          <p:cNvSpPr>
            <a:spLocks noGrp="1"/>
          </p:cNvSpPr>
          <p:nvPr>
            <p:ph type="pic" idx="3"/>
          </p:nvPr>
        </p:nvSpPr>
        <p:spPr>
          <a:xfrm>
            <a:off x="7480825" y="2521175"/>
            <a:ext cx="1383900" cy="1879200"/>
          </a:xfrm>
          <a:prstGeom prst="roundRect">
            <a:avLst>
              <a:gd name="adj" fmla="val 11646"/>
            </a:avLst>
          </a:prstGeom>
          <a:noFill/>
          <a:ln>
            <a:noFill/>
          </a:ln>
        </p:spPr>
      </p:sp>
      <p:sp>
        <p:nvSpPr>
          <p:cNvPr id="110" name="Google Shape;110;p11"/>
          <p:cNvSpPr>
            <a:spLocks noGrp="1"/>
          </p:cNvSpPr>
          <p:nvPr>
            <p:ph type="pic" idx="4"/>
          </p:nvPr>
        </p:nvSpPr>
        <p:spPr>
          <a:xfrm>
            <a:off x="4665550" y="850900"/>
            <a:ext cx="2589300" cy="3433200"/>
          </a:xfrm>
          <a:prstGeom prst="roundRect">
            <a:avLst>
              <a:gd name="adj" fmla="val 6330"/>
            </a:avLst>
          </a:prstGeom>
          <a:noFill/>
          <a:ln>
            <a:noFill/>
          </a:ln>
        </p:spPr>
      </p:sp>
      <p:sp>
        <p:nvSpPr>
          <p:cNvPr id="111" name="Google Shape;111;p11"/>
          <p:cNvSpPr txBox="1">
            <a:spLocks noGrp="1"/>
          </p:cNvSpPr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spcFirstLastPara="1" wrap="square" lIns="0" tIns="91425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>
            <a:endParaRPr/>
          </a:p>
        </p:txBody>
      </p:sp>
      <p:sp>
        <p:nvSpPr>
          <p:cNvPr id="112" name="Google Shape;112;p11"/>
          <p:cNvSpPr txBox="1">
            <a:spLocks noGrp="1"/>
          </p:cNvSpPr>
          <p:nvPr>
            <p:ph type="title" idx="5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>
            <a:endParaRPr/>
          </a:p>
        </p:txBody>
      </p:sp>
      <p:sp>
        <p:nvSpPr>
          <p:cNvPr id="113" name="Google Shape;113;p11"/>
          <p:cNvSpPr txBox="1">
            <a:spLocks noGrp="1"/>
          </p:cNvSpPr>
          <p:nvPr>
            <p:ph type="subTitle" idx="1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14" name="Google Shape;114;p11"/>
          <p:cNvSpPr txBox="1">
            <a:spLocks noGrp="1"/>
          </p:cNvSpPr>
          <p:nvPr>
            <p:ph type="subTitle" idx="6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15" name="Google Shape;115;p11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- Alt 2">
  <p:cSld name="CUSTOM_11_1">
    <p:bg>
      <p:bgPr>
        <a:solidFill>
          <a:schemeClr val="accent5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"/>
          <p:cNvSpPr/>
          <p:nvPr/>
        </p:nvSpPr>
        <p:spPr>
          <a:xfrm>
            <a:off x="6107109" y="582300"/>
            <a:ext cx="2759400" cy="3586200"/>
          </a:xfrm>
          <a:prstGeom prst="roundRect">
            <a:avLst>
              <a:gd name="adj" fmla="val 867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8" name="Google Shape;118;p12"/>
          <p:cNvSpPr>
            <a:spLocks noGrp="1"/>
          </p:cNvSpPr>
          <p:nvPr>
            <p:ph type="pic" idx="2"/>
          </p:nvPr>
        </p:nvSpPr>
        <p:spPr>
          <a:xfrm>
            <a:off x="6220309" y="696000"/>
            <a:ext cx="2532900" cy="3358800"/>
          </a:xfrm>
          <a:prstGeom prst="roundRect">
            <a:avLst>
              <a:gd name="adj" fmla="val 7223"/>
            </a:avLst>
          </a:prstGeom>
          <a:noFill/>
          <a:ln>
            <a:noFill/>
          </a:ln>
        </p:spPr>
      </p:sp>
      <p:sp>
        <p:nvSpPr>
          <p:cNvPr id="119" name="Google Shape;119;p12"/>
          <p:cNvSpPr txBox="1">
            <a:spLocks noGrp="1"/>
          </p:cNvSpPr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spcFirstLastPara="1" wrap="square" lIns="0" tIns="91425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>
            <a:endParaRPr/>
          </a:p>
        </p:txBody>
      </p:sp>
      <p:sp>
        <p:nvSpPr>
          <p:cNvPr id="120" name="Google Shape;120;p12"/>
          <p:cNvSpPr txBox="1">
            <a:spLocks noGrp="1"/>
          </p:cNvSpPr>
          <p:nvPr>
            <p:ph type="title" idx="3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>
            <a:endParaRPr/>
          </a:p>
        </p:txBody>
      </p:sp>
      <p:sp>
        <p:nvSpPr>
          <p:cNvPr id="121" name="Google Shape;121;p12"/>
          <p:cNvSpPr txBox="1">
            <a:spLocks noGrp="1"/>
          </p:cNvSpPr>
          <p:nvPr>
            <p:ph type="subTitle" idx="1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22" name="Google Shape;122;p12"/>
          <p:cNvSpPr txBox="1">
            <a:spLocks noGrp="1"/>
          </p:cNvSpPr>
          <p:nvPr>
            <p:ph type="subTitle" idx="4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eature">
  <p:cSld name="CUSTOM_11_1_1">
    <p:bg>
      <p:bgPr>
        <a:solidFill>
          <a:schemeClr val="accent5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>
            <a:spLocks noGrp="1"/>
          </p:cNvSpPr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spcFirstLastPara="1" wrap="square" lIns="0" tIns="91425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>
            <a:endParaRPr/>
          </a:p>
        </p:txBody>
      </p:sp>
      <p:sp>
        <p:nvSpPr>
          <p:cNvPr id="126" name="Google Shape;126;p13"/>
          <p:cNvSpPr txBox="1">
            <a:spLocks noGrp="1"/>
          </p:cNvSpPr>
          <p:nvPr>
            <p:ph type="title" idx="2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>
            <a:endParaRPr/>
          </a:p>
        </p:txBody>
      </p:sp>
      <p:sp>
        <p:nvSpPr>
          <p:cNvPr id="127" name="Google Shape;127;p13"/>
          <p:cNvSpPr txBox="1">
            <a:spLocks noGrp="1"/>
          </p:cNvSpPr>
          <p:nvPr>
            <p:ph type="subTitle" idx="1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subTitle" idx="3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 - Alt 1">
  <p:cSld name="CUSTOM_12">
    <p:bg>
      <p:bgPr>
        <a:solidFill>
          <a:schemeClr val="accent5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"/>
          <p:cNvSpPr txBox="1">
            <a:spLocks noGrp="1"/>
          </p:cNvSpPr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>
            <a:endParaRPr/>
          </a:p>
        </p:txBody>
      </p:sp>
      <p:sp>
        <p:nvSpPr>
          <p:cNvPr id="132" name="Google Shape;132;p14"/>
          <p:cNvSpPr txBox="1">
            <a:spLocks noGrp="1"/>
          </p:cNvSpPr>
          <p:nvPr>
            <p:ph type="subTitle" idx="1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33" name="Google Shape;133;p14"/>
          <p:cNvSpPr txBox="1">
            <a:spLocks noGrp="1"/>
          </p:cNvSpPr>
          <p:nvPr>
            <p:ph type="subTitle" idx="2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34" name="Google Shape;134;p14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14"/>
          <p:cNvSpPr txBox="1">
            <a:spLocks noGrp="1"/>
          </p:cNvSpPr>
          <p:nvPr>
            <p:ph type="body" idx="3"/>
          </p:nvPr>
        </p:nvSpPr>
        <p:spPr>
          <a:xfrm>
            <a:off x="4956525" y="3571875"/>
            <a:ext cx="3585000" cy="10980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136" name="Google Shape;136;p14"/>
          <p:cNvSpPr txBox="1">
            <a:spLocks noGrp="1"/>
          </p:cNvSpPr>
          <p:nvPr>
            <p:ph type="body" idx="4"/>
          </p:nvPr>
        </p:nvSpPr>
        <p:spPr>
          <a:xfrm>
            <a:off x="389475" y="3571875"/>
            <a:ext cx="3585000" cy="10980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137" name="Google Shape;137;p14"/>
          <p:cNvSpPr txBox="1">
            <a:spLocks noGrp="1"/>
          </p:cNvSpPr>
          <p:nvPr>
            <p:ph type="subTitle" idx="5"/>
          </p:nvPr>
        </p:nvSpPr>
        <p:spPr>
          <a:xfrm>
            <a:off x="479925" y="2730150"/>
            <a:ext cx="3220500" cy="50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38" name="Google Shape;138;p14"/>
          <p:cNvSpPr txBox="1">
            <a:spLocks noGrp="1"/>
          </p:cNvSpPr>
          <p:nvPr>
            <p:ph type="subTitle" idx="6"/>
          </p:nvPr>
        </p:nvSpPr>
        <p:spPr>
          <a:xfrm>
            <a:off x="4868275" y="2730150"/>
            <a:ext cx="3220500" cy="50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- Alt 1">
  <p:cSld name="CUSTOM_13">
    <p:bg>
      <p:bgPr>
        <a:solidFill>
          <a:schemeClr val="accent5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>
            <a:spLocks noGrp="1"/>
          </p:cNvSpPr>
          <p:nvPr>
            <p:ph type="pic" idx="2"/>
          </p:nvPr>
        </p:nvSpPr>
        <p:spPr>
          <a:xfrm>
            <a:off x="50280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1" name="Google Shape;141;p15"/>
          <p:cNvSpPr>
            <a:spLocks noGrp="1"/>
          </p:cNvSpPr>
          <p:nvPr>
            <p:ph type="pic" idx="3"/>
          </p:nvPr>
        </p:nvSpPr>
        <p:spPr>
          <a:xfrm>
            <a:off x="633475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2" name="Google Shape;142;p15"/>
          <p:cNvSpPr>
            <a:spLocks noGrp="1"/>
          </p:cNvSpPr>
          <p:nvPr>
            <p:ph type="pic" idx="4"/>
          </p:nvPr>
        </p:nvSpPr>
        <p:spPr>
          <a:xfrm>
            <a:off x="3418775" y="2080550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3" name="Google Shape;143;p15"/>
          <p:cNvSpPr txBox="1">
            <a:spLocks noGrp="1"/>
          </p:cNvSpPr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>
            <a:endParaRPr/>
          </a:p>
        </p:txBody>
      </p:sp>
      <p:sp>
        <p:nvSpPr>
          <p:cNvPr id="144" name="Google Shape;144;p15"/>
          <p:cNvSpPr txBox="1">
            <a:spLocks noGrp="1"/>
          </p:cNvSpPr>
          <p:nvPr>
            <p:ph type="subTitle" idx="1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45" name="Google Shape;145;p15"/>
          <p:cNvSpPr txBox="1">
            <a:spLocks noGrp="1"/>
          </p:cNvSpPr>
          <p:nvPr>
            <p:ph type="subTitle" idx="5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46" name="Google Shape;146;p15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15"/>
          <p:cNvSpPr txBox="1">
            <a:spLocks noGrp="1"/>
          </p:cNvSpPr>
          <p:nvPr>
            <p:ph type="body" idx="6"/>
          </p:nvPr>
        </p:nvSpPr>
        <p:spPr>
          <a:xfrm>
            <a:off x="480250" y="3608000"/>
            <a:ext cx="2386500" cy="10980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148" name="Google Shape;148;p15"/>
          <p:cNvSpPr txBox="1">
            <a:spLocks noGrp="1"/>
          </p:cNvSpPr>
          <p:nvPr>
            <p:ph type="body" idx="7"/>
          </p:nvPr>
        </p:nvSpPr>
        <p:spPr>
          <a:xfrm>
            <a:off x="3422476" y="3608000"/>
            <a:ext cx="2386500" cy="10980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149" name="Google Shape;149;p15"/>
          <p:cNvSpPr txBox="1">
            <a:spLocks noGrp="1"/>
          </p:cNvSpPr>
          <p:nvPr>
            <p:ph type="body" idx="8"/>
          </p:nvPr>
        </p:nvSpPr>
        <p:spPr>
          <a:xfrm>
            <a:off x="6326625" y="3608000"/>
            <a:ext cx="2317200" cy="10980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150" name="Google Shape;150;p15"/>
          <p:cNvSpPr txBox="1">
            <a:spLocks noGrp="1"/>
          </p:cNvSpPr>
          <p:nvPr>
            <p:ph type="subTitle" idx="9"/>
          </p:nvPr>
        </p:nvSpPr>
        <p:spPr>
          <a:xfrm>
            <a:off x="480251" y="2861025"/>
            <a:ext cx="2386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51" name="Google Shape;151;p15"/>
          <p:cNvSpPr txBox="1">
            <a:spLocks noGrp="1"/>
          </p:cNvSpPr>
          <p:nvPr>
            <p:ph type="subTitle" idx="13"/>
          </p:nvPr>
        </p:nvSpPr>
        <p:spPr>
          <a:xfrm>
            <a:off x="3422476" y="2861025"/>
            <a:ext cx="2386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52" name="Google Shape;152;p15"/>
          <p:cNvSpPr txBox="1">
            <a:spLocks noGrp="1"/>
          </p:cNvSpPr>
          <p:nvPr>
            <p:ph type="subTitle" idx="14"/>
          </p:nvPr>
        </p:nvSpPr>
        <p:spPr>
          <a:xfrm>
            <a:off x="6328801" y="2861025"/>
            <a:ext cx="2386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- Alt 2">
  <p:cSld name="CUSTOM_13_1">
    <p:bg>
      <p:bgPr>
        <a:solidFill>
          <a:schemeClr val="accent5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>
            <a:spLocks noGrp="1"/>
          </p:cNvSpPr>
          <p:nvPr>
            <p:ph type="pic" idx="2"/>
          </p:nvPr>
        </p:nvSpPr>
        <p:spPr>
          <a:xfrm>
            <a:off x="4644850" y="1299225"/>
            <a:ext cx="1037700" cy="1056300"/>
          </a:xfrm>
          <a:prstGeom prst="roundRect">
            <a:avLst>
              <a:gd name="adj" fmla="val 12807"/>
            </a:avLst>
          </a:prstGeom>
          <a:noFill/>
          <a:ln>
            <a:noFill/>
          </a:ln>
        </p:spPr>
      </p:sp>
      <p:sp>
        <p:nvSpPr>
          <p:cNvPr id="155" name="Google Shape;155;p16"/>
          <p:cNvSpPr>
            <a:spLocks noGrp="1"/>
          </p:cNvSpPr>
          <p:nvPr>
            <p:ph type="pic" idx="3"/>
          </p:nvPr>
        </p:nvSpPr>
        <p:spPr>
          <a:xfrm>
            <a:off x="4644850" y="3642825"/>
            <a:ext cx="1037700" cy="1056300"/>
          </a:xfrm>
          <a:prstGeom prst="roundRect">
            <a:avLst>
              <a:gd name="adj" fmla="val 12807"/>
            </a:avLst>
          </a:prstGeom>
          <a:noFill/>
          <a:ln>
            <a:noFill/>
          </a:ln>
        </p:spPr>
      </p:sp>
      <p:sp>
        <p:nvSpPr>
          <p:cNvPr id="156" name="Google Shape;156;p16"/>
          <p:cNvSpPr>
            <a:spLocks noGrp="1"/>
          </p:cNvSpPr>
          <p:nvPr>
            <p:ph type="pic" idx="4"/>
          </p:nvPr>
        </p:nvSpPr>
        <p:spPr>
          <a:xfrm>
            <a:off x="7828875" y="2471025"/>
            <a:ext cx="1037700" cy="1056300"/>
          </a:xfrm>
          <a:prstGeom prst="roundRect">
            <a:avLst>
              <a:gd name="adj" fmla="val 12807"/>
            </a:avLst>
          </a:prstGeom>
          <a:noFill/>
          <a:ln>
            <a:noFill/>
          </a:ln>
        </p:spPr>
      </p:sp>
      <p:sp>
        <p:nvSpPr>
          <p:cNvPr id="157" name="Google Shape;157;p16"/>
          <p:cNvSpPr>
            <a:spLocks noGrp="1"/>
          </p:cNvSpPr>
          <p:nvPr>
            <p:ph type="pic" idx="5"/>
          </p:nvPr>
        </p:nvSpPr>
        <p:spPr>
          <a:xfrm>
            <a:off x="373175" y="1147525"/>
            <a:ext cx="3579900" cy="3607500"/>
          </a:xfrm>
          <a:prstGeom prst="roundRect">
            <a:avLst>
              <a:gd name="adj" fmla="val 11548"/>
            </a:avLst>
          </a:prstGeom>
          <a:noFill/>
          <a:ln>
            <a:noFill/>
          </a:ln>
        </p:spPr>
      </p:sp>
      <p:sp>
        <p:nvSpPr>
          <p:cNvPr id="158" name="Google Shape;158;p16"/>
          <p:cNvSpPr txBox="1">
            <a:spLocks noGrp="1"/>
          </p:cNvSpPr>
          <p:nvPr>
            <p:ph type="title"/>
          </p:nvPr>
        </p:nvSpPr>
        <p:spPr>
          <a:xfrm>
            <a:off x="277500" y="416250"/>
            <a:ext cx="8589000" cy="6267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>
            <a:endParaRPr/>
          </a:p>
        </p:txBody>
      </p:sp>
      <p:sp>
        <p:nvSpPr>
          <p:cNvPr id="159" name="Google Shape;159;p16"/>
          <p:cNvSpPr txBox="1">
            <a:spLocks noGrp="1"/>
          </p:cNvSpPr>
          <p:nvPr>
            <p:ph type="subTitle" idx="1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60" name="Google Shape;160;p16"/>
          <p:cNvSpPr txBox="1">
            <a:spLocks noGrp="1"/>
          </p:cNvSpPr>
          <p:nvPr>
            <p:ph type="subTitle" idx="6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61" name="Google Shape;161;p16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16"/>
          <p:cNvSpPr txBox="1">
            <a:spLocks noGrp="1"/>
          </p:cNvSpPr>
          <p:nvPr>
            <p:ph type="title" idx="7"/>
          </p:nvPr>
        </p:nvSpPr>
        <p:spPr>
          <a:xfrm>
            <a:off x="6033800" y="1539375"/>
            <a:ext cx="2477400" cy="234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title" idx="8"/>
          </p:nvPr>
        </p:nvSpPr>
        <p:spPr>
          <a:xfrm>
            <a:off x="6033800" y="1808625"/>
            <a:ext cx="2832600" cy="525600"/>
          </a:xfrm>
          <a:prstGeom prst="rect">
            <a:avLst/>
          </a:prstGeom>
        </p:spPr>
        <p:txBody>
          <a:bodyPr spcFirstLastPara="1" wrap="square" lIns="0" tIns="0" rIns="182875" bIns="1828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title" idx="9"/>
          </p:nvPr>
        </p:nvSpPr>
        <p:spPr>
          <a:xfrm>
            <a:off x="4869750" y="2711175"/>
            <a:ext cx="2477400" cy="234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title" idx="13"/>
          </p:nvPr>
        </p:nvSpPr>
        <p:spPr>
          <a:xfrm>
            <a:off x="4869750" y="2980425"/>
            <a:ext cx="2832600" cy="525600"/>
          </a:xfrm>
          <a:prstGeom prst="rect">
            <a:avLst/>
          </a:prstGeom>
        </p:spPr>
        <p:txBody>
          <a:bodyPr spcFirstLastPara="1" wrap="square" lIns="0" tIns="0" rIns="182875" bIns="1828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>
            <a:endParaRPr/>
          </a:p>
        </p:txBody>
      </p:sp>
      <p:sp>
        <p:nvSpPr>
          <p:cNvPr id="166" name="Google Shape;166;p16"/>
          <p:cNvSpPr txBox="1">
            <a:spLocks noGrp="1"/>
          </p:cNvSpPr>
          <p:nvPr>
            <p:ph type="title" idx="14"/>
          </p:nvPr>
        </p:nvSpPr>
        <p:spPr>
          <a:xfrm>
            <a:off x="6033800" y="3882975"/>
            <a:ext cx="2477400" cy="234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>
            <a:endParaRPr/>
          </a:p>
        </p:txBody>
      </p:sp>
      <p:sp>
        <p:nvSpPr>
          <p:cNvPr id="167" name="Google Shape;167;p16"/>
          <p:cNvSpPr txBox="1">
            <a:spLocks noGrp="1"/>
          </p:cNvSpPr>
          <p:nvPr>
            <p:ph type="title" idx="15"/>
          </p:nvPr>
        </p:nvSpPr>
        <p:spPr>
          <a:xfrm>
            <a:off x="6033800" y="4152225"/>
            <a:ext cx="2832600" cy="525600"/>
          </a:xfrm>
          <a:prstGeom prst="rect">
            <a:avLst/>
          </a:prstGeom>
        </p:spPr>
        <p:txBody>
          <a:bodyPr spcFirstLastPara="1" wrap="square" lIns="0" tIns="0" rIns="182875" bIns="1828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 - Alt 1">
  <p:cSld name="CUSTOM_14">
    <p:bg>
      <p:bgPr>
        <a:solidFill>
          <a:schemeClr val="accent5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>
            <a:spLocks noGrp="1"/>
          </p:cNvSpPr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>
            <a:endParaRPr/>
          </a:p>
        </p:txBody>
      </p:sp>
      <p:sp>
        <p:nvSpPr>
          <p:cNvPr id="170" name="Google Shape;170;p17"/>
          <p:cNvSpPr txBox="1">
            <a:spLocks noGrp="1"/>
          </p:cNvSpPr>
          <p:nvPr>
            <p:ph type="subTitle" idx="1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subTitle" idx="2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3"/>
          </p:nvPr>
        </p:nvSpPr>
        <p:spPr>
          <a:xfrm>
            <a:off x="2266900" y="3184400"/>
            <a:ext cx="1304700" cy="1297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>
            <a:endParaRPr/>
          </a:p>
        </p:txBody>
      </p:sp>
      <p:sp>
        <p:nvSpPr>
          <p:cNvPr id="174" name="Google Shape;174;p17"/>
          <p:cNvSpPr txBox="1">
            <a:spLocks noGrp="1"/>
          </p:cNvSpPr>
          <p:nvPr>
            <p:ph type="body" idx="4"/>
          </p:nvPr>
        </p:nvSpPr>
        <p:spPr>
          <a:xfrm>
            <a:off x="4006850" y="3184400"/>
            <a:ext cx="1304700" cy="1297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>
            <a:endParaRPr/>
          </a:p>
        </p:txBody>
      </p:sp>
      <p:sp>
        <p:nvSpPr>
          <p:cNvPr id="175" name="Google Shape;175;p17"/>
          <p:cNvSpPr txBox="1">
            <a:spLocks noGrp="1"/>
          </p:cNvSpPr>
          <p:nvPr>
            <p:ph type="body" idx="5"/>
          </p:nvPr>
        </p:nvSpPr>
        <p:spPr>
          <a:xfrm>
            <a:off x="5748200" y="3184400"/>
            <a:ext cx="1304700" cy="1297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>
            <a:endParaRPr/>
          </a:p>
        </p:txBody>
      </p:sp>
      <p:sp>
        <p:nvSpPr>
          <p:cNvPr id="176" name="Google Shape;176;p17"/>
          <p:cNvSpPr txBox="1">
            <a:spLocks noGrp="1"/>
          </p:cNvSpPr>
          <p:nvPr>
            <p:ph type="body" idx="6"/>
          </p:nvPr>
        </p:nvSpPr>
        <p:spPr>
          <a:xfrm>
            <a:off x="7450750" y="3184400"/>
            <a:ext cx="1304700" cy="1297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>
            <a:endParaRPr/>
          </a:p>
        </p:txBody>
      </p:sp>
      <p:sp>
        <p:nvSpPr>
          <p:cNvPr id="177" name="Google Shape;177;p17"/>
          <p:cNvSpPr txBox="1">
            <a:spLocks noGrp="1"/>
          </p:cNvSpPr>
          <p:nvPr>
            <p:ph type="subTitle" idx="7"/>
          </p:nvPr>
        </p:nvSpPr>
        <p:spPr>
          <a:xfrm>
            <a:off x="2267000" y="2419500"/>
            <a:ext cx="1304700" cy="555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78" name="Google Shape;178;p17"/>
          <p:cNvSpPr txBox="1">
            <a:spLocks noGrp="1"/>
          </p:cNvSpPr>
          <p:nvPr>
            <p:ph type="subTitle" idx="8"/>
          </p:nvPr>
        </p:nvSpPr>
        <p:spPr>
          <a:xfrm>
            <a:off x="4006850" y="2419500"/>
            <a:ext cx="1304700" cy="555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79" name="Google Shape;179;p17"/>
          <p:cNvSpPr txBox="1">
            <a:spLocks noGrp="1"/>
          </p:cNvSpPr>
          <p:nvPr>
            <p:ph type="subTitle" idx="9"/>
          </p:nvPr>
        </p:nvSpPr>
        <p:spPr>
          <a:xfrm>
            <a:off x="5747500" y="2419500"/>
            <a:ext cx="1304700" cy="555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80" name="Google Shape;180;p17"/>
          <p:cNvSpPr txBox="1">
            <a:spLocks noGrp="1"/>
          </p:cNvSpPr>
          <p:nvPr>
            <p:ph type="subTitle" idx="13"/>
          </p:nvPr>
        </p:nvSpPr>
        <p:spPr>
          <a:xfrm>
            <a:off x="7488850" y="2419500"/>
            <a:ext cx="1304700" cy="555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title and image">
  <p:cSld name="CUSTOM_15">
    <p:bg>
      <p:bgPr>
        <a:solidFill>
          <a:schemeClr val="accent5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>
            <a:spLocks noGrp="1"/>
          </p:cNvSpPr>
          <p:nvPr>
            <p:ph type="title"/>
          </p:nvPr>
        </p:nvSpPr>
        <p:spPr>
          <a:xfrm>
            <a:off x="5321925" y="506100"/>
            <a:ext cx="3544500" cy="5793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>
            <a:endParaRPr/>
          </a:p>
        </p:txBody>
      </p:sp>
      <p:sp>
        <p:nvSpPr>
          <p:cNvPr id="183" name="Google Shape;183;p18"/>
          <p:cNvSpPr>
            <a:spLocks noGrp="1"/>
          </p:cNvSpPr>
          <p:nvPr>
            <p:ph type="pic" idx="2"/>
          </p:nvPr>
        </p:nvSpPr>
        <p:spPr>
          <a:xfrm>
            <a:off x="392100" y="411300"/>
            <a:ext cx="4297500" cy="4333200"/>
          </a:xfrm>
          <a:prstGeom prst="roundRect">
            <a:avLst>
              <a:gd name="adj" fmla="val 12298"/>
            </a:avLst>
          </a:prstGeom>
          <a:noFill/>
          <a:ln>
            <a:noFill/>
          </a:ln>
        </p:spPr>
      </p:sp>
      <p:sp>
        <p:nvSpPr>
          <p:cNvPr id="184" name="Google Shape;184;p18"/>
          <p:cNvSpPr txBox="1">
            <a:spLocks noGrp="1"/>
          </p:cNvSpPr>
          <p:nvPr>
            <p:ph type="subTitle" idx="1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85" name="Google Shape;185;p18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storyboards ">
  <p:cSld name="CUSTOM_17_1">
    <p:bg>
      <p:bgPr>
        <a:solidFill>
          <a:schemeClr val="accent5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 txBox="1">
            <a:spLocks noGrp="1"/>
          </p:cNvSpPr>
          <p:nvPr>
            <p:ph type="subTitle" idx="1"/>
          </p:nvPr>
        </p:nvSpPr>
        <p:spPr>
          <a:xfrm>
            <a:off x="277500" y="4025940"/>
            <a:ext cx="1759200" cy="2901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88" name="Google Shape;188;p19"/>
          <p:cNvSpPr>
            <a:spLocks noGrp="1"/>
          </p:cNvSpPr>
          <p:nvPr>
            <p:ph type="pic" idx="2"/>
          </p:nvPr>
        </p:nvSpPr>
        <p:spPr>
          <a:xfrm>
            <a:off x="289100" y="1685250"/>
            <a:ext cx="1751100" cy="1773000"/>
          </a:xfrm>
          <a:prstGeom prst="roundRect">
            <a:avLst>
              <a:gd name="adj" fmla="val 11894"/>
            </a:avLst>
          </a:prstGeom>
          <a:noFill/>
          <a:ln>
            <a:noFill/>
          </a:ln>
        </p:spPr>
      </p:sp>
      <p:sp>
        <p:nvSpPr>
          <p:cNvPr id="189" name="Google Shape;189;p19"/>
          <p:cNvSpPr>
            <a:spLocks noGrp="1"/>
          </p:cNvSpPr>
          <p:nvPr>
            <p:ph type="pic" idx="3"/>
          </p:nvPr>
        </p:nvSpPr>
        <p:spPr>
          <a:xfrm>
            <a:off x="2152200" y="1685250"/>
            <a:ext cx="1751100" cy="1773000"/>
          </a:xfrm>
          <a:prstGeom prst="roundRect">
            <a:avLst>
              <a:gd name="adj" fmla="val 11894"/>
            </a:avLst>
          </a:prstGeom>
          <a:noFill/>
          <a:ln>
            <a:noFill/>
          </a:ln>
        </p:spPr>
      </p:sp>
      <p:sp>
        <p:nvSpPr>
          <p:cNvPr id="190" name="Google Shape;190;p19"/>
          <p:cNvSpPr>
            <a:spLocks noGrp="1"/>
          </p:cNvSpPr>
          <p:nvPr>
            <p:ph type="pic" idx="4"/>
          </p:nvPr>
        </p:nvSpPr>
        <p:spPr>
          <a:xfrm>
            <a:off x="4015300" y="1685250"/>
            <a:ext cx="1751100" cy="1773000"/>
          </a:xfrm>
          <a:prstGeom prst="roundRect">
            <a:avLst>
              <a:gd name="adj" fmla="val 11894"/>
            </a:avLst>
          </a:prstGeom>
          <a:noFill/>
          <a:ln>
            <a:noFill/>
          </a:ln>
        </p:spPr>
      </p:sp>
      <p:sp>
        <p:nvSpPr>
          <p:cNvPr id="191" name="Google Shape;191;p19"/>
          <p:cNvSpPr>
            <a:spLocks noGrp="1"/>
          </p:cNvSpPr>
          <p:nvPr>
            <p:ph type="pic" idx="5"/>
          </p:nvPr>
        </p:nvSpPr>
        <p:spPr>
          <a:xfrm>
            <a:off x="5866250" y="1685250"/>
            <a:ext cx="1751100" cy="1773000"/>
          </a:xfrm>
          <a:prstGeom prst="roundRect">
            <a:avLst>
              <a:gd name="adj" fmla="val 11894"/>
            </a:avLst>
          </a:prstGeom>
          <a:noFill/>
          <a:ln>
            <a:noFill/>
          </a:ln>
        </p:spPr>
      </p:sp>
      <p:sp>
        <p:nvSpPr>
          <p:cNvPr id="192" name="Google Shape;192;p19"/>
          <p:cNvSpPr txBox="1">
            <a:spLocks noGrp="1"/>
          </p:cNvSpPr>
          <p:nvPr>
            <p:ph type="body" idx="6"/>
          </p:nvPr>
        </p:nvSpPr>
        <p:spPr>
          <a:xfrm>
            <a:off x="277500" y="4361380"/>
            <a:ext cx="1759200" cy="4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800"/>
            </a:lvl1pPr>
            <a:lvl2pPr marL="914400" lvl="1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2pPr>
            <a:lvl3pPr marL="1371600" lvl="2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3pPr>
            <a:lvl4pPr marL="1828800" lvl="3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4pPr>
            <a:lvl5pPr marL="2286000" lvl="4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5pPr>
            <a:lvl6pPr marL="2743200" lvl="5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6pPr>
            <a:lvl7pPr marL="3200400" lvl="6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7pPr>
            <a:lvl8pPr marL="3657600" lvl="7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8pPr>
            <a:lvl9pPr marL="4114800" lvl="8" indent="-28575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900"/>
              <a:buChar char="■"/>
              <a:defRPr sz="900"/>
            </a:lvl9pPr>
          </a:lstStyle>
          <a:p>
            <a:endParaRPr/>
          </a:p>
        </p:txBody>
      </p:sp>
      <p:sp>
        <p:nvSpPr>
          <p:cNvPr id="193" name="Google Shape;193;p19"/>
          <p:cNvSpPr txBox="1">
            <a:spLocks noGrp="1"/>
          </p:cNvSpPr>
          <p:nvPr>
            <p:ph type="subTitle" idx="7"/>
          </p:nvPr>
        </p:nvSpPr>
        <p:spPr>
          <a:xfrm>
            <a:off x="2148150" y="4025940"/>
            <a:ext cx="1759200" cy="2901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94" name="Google Shape;194;p19"/>
          <p:cNvSpPr txBox="1">
            <a:spLocks noGrp="1"/>
          </p:cNvSpPr>
          <p:nvPr>
            <p:ph type="body" idx="8"/>
          </p:nvPr>
        </p:nvSpPr>
        <p:spPr>
          <a:xfrm>
            <a:off x="2148150" y="4361380"/>
            <a:ext cx="1759200" cy="4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marL="914400" lvl="1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marL="1371600" lvl="2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marL="1828800" lvl="3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marL="2286000" lvl="4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marL="2743200" lvl="5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marL="3200400" lvl="6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marL="3657600" lvl="7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marL="4114800" lvl="8" indent="-28575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>
            <a:endParaRPr/>
          </a:p>
        </p:txBody>
      </p:sp>
      <p:sp>
        <p:nvSpPr>
          <p:cNvPr id="195" name="Google Shape;195;p19"/>
          <p:cNvSpPr txBox="1">
            <a:spLocks noGrp="1"/>
          </p:cNvSpPr>
          <p:nvPr>
            <p:ph type="subTitle" idx="9"/>
          </p:nvPr>
        </p:nvSpPr>
        <p:spPr>
          <a:xfrm>
            <a:off x="4018800" y="4025940"/>
            <a:ext cx="1759200" cy="2901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96" name="Google Shape;196;p19"/>
          <p:cNvSpPr txBox="1">
            <a:spLocks noGrp="1"/>
          </p:cNvSpPr>
          <p:nvPr>
            <p:ph type="body" idx="13"/>
          </p:nvPr>
        </p:nvSpPr>
        <p:spPr>
          <a:xfrm>
            <a:off x="4018800" y="4361380"/>
            <a:ext cx="1759200" cy="4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marL="914400" lvl="1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marL="1371600" lvl="2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marL="1828800" lvl="3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marL="2286000" lvl="4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marL="2743200" lvl="5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marL="3200400" lvl="6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marL="3657600" lvl="7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marL="4114800" lvl="8" indent="-28575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>
            <a:endParaRPr/>
          </a:p>
        </p:txBody>
      </p:sp>
      <p:sp>
        <p:nvSpPr>
          <p:cNvPr id="197" name="Google Shape;197;p19"/>
          <p:cNvSpPr txBox="1">
            <a:spLocks noGrp="1"/>
          </p:cNvSpPr>
          <p:nvPr>
            <p:ph type="subTitle" idx="14"/>
          </p:nvPr>
        </p:nvSpPr>
        <p:spPr>
          <a:xfrm>
            <a:off x="5853650" y="4025940"/>
            <a:ext cx="1759200" cy="2901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98" name="Google Shape;198;p19"/>
          <p:cNvSpPr txBox="1">
            <a:spLocks noGrp="1"/>
          </p:cNvSpPr>
          <p:nvPr>
            <p:ph type="body" idx="15"/>
          </p:nvPr>
        </p:nvSpPr>
        <p:spPr>
          <a:xfrm>
            <a:off x="5853650" y="4361380"/>
            <a:ext cx="1759200" cy="4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marL="914400" lvl="1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marL="1371600" lvl="2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marL="1828800" lvl="3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marL="2286000" lvl="4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marL="2743200" lvl="5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marL="3200400" lvl="6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marL="3657600" lvl="7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marL="4114800" lvl="8" indent="-28575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>
            <a:endParaRPr/>
          </a:p>
        </p:txBody>
      </p:sp>
      <p:sp>
        <p:nvSpPr>
          <p:cNvPr id="199" name="Google Shape;199;p19"/>
          <p:cNvSpPr txBox="1">
            <a:spLocks noGrp="1"/>
          </p:cNvSpPr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>
            <a:endParaRPr/>
          </a:p>
        </p:txBody>
      </p:sp>
      <p:sp>
        <p:nvSpPr>
          <p:cNvPr id="200" name="Google Shape;200;p19"/>
          <p:cNvSpPr txBox="1">
            <a:spLocks noGrp="1"/>
          </p:cNvSpPr>
          <p:nvPr>
            <p:ph type="subTitle" idx="16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01" name="Google Shape;201;p19"/>
          <p:cNvSpPr txBox="1">
            <a:spLocks noGrp="1"/>
          </p:cNvSpPr>
          <p:nvPr>
            <p:ph type="subTitle" idx="17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02" name="Google Shape;202;p19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 - Alt 1">
  <p:cSld name="BLANK_1_1_1_1_1_1_1_1_1_1_1_1_1_1_1_1">
    <p:bg>
      <p:bgPr>
        <a:solidFill>
          <a:schemeClr val="accent5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>
            <a:spLocks noGrp="1"/>
          </p:cNvSpPr>
          <p:nvPr>
            <p:ph type="pic" idx="2"/>
          </p:nvPr>
        </p:nvSpPr>
        <p:spPr>
          <a:xfrm>
            <a:off x="392100" y="411300"/>
            <a:ext cx="4915800" cy="4333200"/>
          </a:xfrm>
          <a:prstGeom prst="roundRect">
            <a:avLst>
              <a:gd name="adj" fmla="val 11160"/>
            </a:avLst>
          </a:prstGeom>
          <a:noFill/>
          <a:ln>
            <a:noFill/>
          </a:ln>
        </p:spPr>
      </p:sp>
      <p:sp>
        <p:nvSpPr>
          <p:cNvPr id="205" name="Google Shape;205;p20"/>
          <p:cNvSpPr txBox="1">
            <a:spLocks noGrp="1"/>
          </p:cNvSpPr>
          <p:nvPr>
            <p:ph type="title"/>
          </p:nvPr>
        </p:nvSpPr>
        <p:spPr>
          <a:xfrm>
            <a:off x="6045100" y="2344250"/>
            <a:ext cx="2820600" cy="1023600"/>
          </a:xfrm>
          <a:prstGeom prst="rect">
            <a:avLst/>
          </a:prstGeom>
        </p:spPr>
        <p:txBody>
          <a:bodyPr spcFirstLastPara="1" wrap="square" lIns="0" tIns="91425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>
            <a:endParaRPr/>
          </a:p>
        </p:txBody>
      </p:sp>
      <p:sp>
        <p:nvSpPr>
          <p:cNvPr id="206" name="Google Shape;206;p20"/>
          <p:cNvSpPr txBox="1">
            <a:spLocks noGrp="1"/>
          </p:cNvSpPr>
          <p:nvPr>
            <p:ph type="title" idx="3"/>
          </p:nvPr>
        </p:nvSpPr>
        <p:spPr>
          <a:xfrm>
            <a:off x="6045100" y="3422542"/>
            <a:ext cx="2820600" cy="10236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>
            <a:endParaRPr/>
          </a:p>
        </p:txBody>
      </p:sp>
      <p:sp>
        <p:nvSpPr>
          <p:cNvPr id="207" name="Google Shape;207;p20"/>
          <p:cNvSpPr txBox="1">
            <a:spLocks noGrp="1"/>
          </p:cNvSpPr>
          <p:nvPr>
            <p:ph type="subTitle" idx="1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08" name="Google Shape;208;p20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653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etitor characteristics">
  <p:cSld name="CUSTOM_19_2">
    <p:bg>
      <p:bgPr>
        <a:solidFill>
          <a:schemeClr val="accent5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/>
          <p:nvPr/>
        </p:nvSpPr>
        <p:spPr>
          <a:xfrm>
            <a:off x="6766675" y="282250"/>
            <a:ext cx="2099700" cy="3008100"/>
          </a:xfrm>
          <a:prstGeom prst="roundRect">
            <a:avLst>
              <a:gd name="adj" fmla="val 11954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277425" y="3414025"/>
            <a:ext cx="3513600" cy="1447800"/>
          </a:xfrm>
          <a:prstGeom prst="roundRect">
            <a:avLst>
              <a:gd name="adj" fmla="val 1567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5298000" y="1843500"/>
            <a:ext cx="1350600" cy="1447800"/>
          </a:xfrm>
          <a:prstGeom prst="roundRect">
            <a:avLst>
              <a:gd name="adj" fmla="val 20704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endParaRPr sz="17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3" name="Google Shape;213;p21"/>
          <p:cNvSpPr/>
          <p:nvPr/>
        </p:nvSpPr>
        <p:spPr>
          <a:xfrm rot="-5400000">
            <a:off x="5577475" y="2049100"/>
            <a:ext cx="566700" cy="867300"/>
          </a:xfrm>
          <a:prstGeom prst="round2SameRect">
            <a:avLst>
              <a:gd name="adj1" fmla="val 49749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5426850" y="2194075"/>
            <a:ext cx="1092900" cy="5736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5" name="Google Shape;215;p21"/>
          <p:cNvSpPr>
            <a:spLocks noGrp="1"/>
          </p:cNvSpPr>
          <p:nvPr>
            <p:ph type="pic" idx="2"/>
          </p:nvPr>
        </p:nvSpPr>
        <p:spPr>
          <a:xfrm>
            <a:off x="3910200" y="3408075"/>
            <a:ext cx="3486300" cy="1447800"/>
          </a:xfrm>
          <a:prstGeom prst="roundRect">
            <a:avLst>
              <a:gd name="adj" fmla="val 16397"/>
            </a:avLst>
          </a:prstGeom>
          <a:noFill/>
          <a:ln>
            <a:noFill/>
          </a:ln>
        </p:spPr>
      </p:sp>
      <p:sp>
        <p:nvSpPr>
          <p:cNvPr id="216" name="Google Shape;216;p21"/>
          <p:cNvSpPr>
            <a:spLocks noGrp="1"/>
          </p:cNvSpPr>
          <p:nvPr>
            <p:ph type="pic" idx="3"/>
          </p:nvPr>
        </p:nvSpPr>
        <p:spPr>
          <a:xfrm>
            <a:off x="277500" y="277500"/>
            <a:ext cx="2765700" cy="3013800"/>
          </a:xfrm>
          <a:prstGeom prst="roundRect">
            <a:avLst>
              <a:gd name="adj" fmla="val 8721"/>
            </a:avLst>
          </a:prstGeom>
          <a:noFill/>
          <a:ln>
            <a:noFill/>
          </a:ln>
        </p:spPr>
      </p:sp>
      <p:sp>
        <p:nvSpPr>
          <p:cNvPr id="217" name="Google Shape;217;p21"/>
          <p:cNvSpPr>
            <a:spLocks noGrp="1"/>
          </p:cNvSpPr>
          <p:nvPr>
            <p:ph type="pic" idx="4"/>
          </p:nvPr>
        </p:nvSpPr>
        <p:spPr>
          <a:xfrm>
            <a:off x="3161225" y="277500"/>
            <a:ext cx="1350600" cy="1447800"/>
          </a:xfrm>
          <a:prstGeom prst="roundRect">
            <a:avLst>
              <a:gd name="adj" fmla="val 15267"/>
            </a:avLst>
          </a:prstGeom>
          <a:noFill/>
          <a:ln>
            <a:noFill/>
          </a:ln>
        </p:spPr>
      </p:sp>
      <p:sp>
        <p:nvSpPr>
          <p:cNvPr id="218" name="Google Shape;218;p21"/>
          <p:cNvSpPr>
            <a:spLocks noGrp="1"/>
          </p:cNvSpPr>
          <p:nvPr>
            <p:ph type="pic" idx="5"/>
          </p:nvPr>
        </p:nvSpPr>
        <p:spPr>
          <a:xfrm>
            <a:off x="6883575" y="399550"/>
            <a:ext cx="1866000" cy="2775000"/>
          </a:xfrm>
          <a:prstGeom prst="roundRect">
            <a:avLst>
              <a:gd name="adj" fmla="val 9097"/>
            </a:avLst>
          </a:prstGeom>
          <a:noFill/>
          <a:ln>
            <a:noFill/>
          </a:ln>
        </p:spPr>
      </p:sp>
      <p:sp>
        <p:nvSpPr>
          <p:cNvPr id="219" name="Google Shape;219;p21"/>
          <p:cNvSpPr>
            <a:spLocks noGrp="1"/>
          </p:cNvSpPr>
          <p:nvPr>
            <p:ph type="pic" idx="6"/>
          </p:nvPr>
        </p:nvSpPr>
        <p:spPr>
          <a:xfrm>
            <a:off x="7516025" y="3407700"/>
            <a:ext cx="1350600" cy="1447800"/>
          </a:xfrm>
          <a:prstGeom prst="roundRect">
            <a:avLst>
              <a:gd name="adj" fmla="val 16397"/>
            </a:avLst>
          </a:prstGeom>
          <a:noFill/>
          <a:ln>
            <a:noFill/>
          </a:ln>
        </p:spPr>
      </p:sp>
      <p:sp>
        <p:nvSpPr>
          <p:cNvPr id="220" name="Google Shape;220;p21"/>
          <p:cNvSpPr>
            <a:spLocks noGrp="1"/>
          </p:cNvSpPr>
          <p:nvPr>
            <p:ph type="pic" idx="7"/>
          </p:nvPr>
        </p:nvSpPr>
        <p:spPr>
          <a:xfrm>
            <a:off x="394425" y="3528475"/>
            <a:ext cx="3279600" cy="1218900"/>
          </a:xfrm>
          <a:prstGeom prst="roundRect">
            <a:avLst>
              <a:gd name="adj" fmla="val 11412"/>
            </a:avLst>
          </a:prstGeom>
          <a:noFill/>
          <a:ln>
            <a:noFill/>
          </a:ln>
        </p:spPr>
      </p:sp>
      <p:sp>
        <p:nvSpPr>
          <p:cNvPr id="221" name="Google Shape;221;p21"/>
          <p:cNvSpPr/>
          <p:nvPr/>
        </p:nvSpPr>
        <p:spPr>
          <a:xfrm>
            <a:off x="3161225" y="1842600"/>
            <a:ext cx="2018700" cy="14478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4629850" y="279301"/>
            <a:ext cx="2018700" cy="1447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223" name="Google Shape;223;p21"/>
          <p:cNvCxnSpPr>
            <a:stCxn id="221" idx="1"/>
            <a:endCxn id="221" idx="3"/>
          </p:cNvCxnSpPr>
          <p:nvPr/>
        </p:nvCxnSpPr>
        <p:spPr>
          <a:xfrm>
            <a:off x="3161225" y="2566500"/>
            <a:ext cx="2018700" cy="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4" name="Google Shape;224;p21"/>
          <p:cNvSpPr txBox="1">
            <a:spLocks noGrp="1"/>
          </p:cNvSpPr>
          <p:nvPr>
            <p:ph type="subTitle" idx="1"/>
          </p:nvPr>
        </p:nvSpPr>
        <p:spPr>
          <a:xfrm>
            <a:off x="394425" y="4055150"/>
            <a:ext cx="3279600" cy="573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25" name="Google Shape;225;p21"/>
          <p:cNvSpPr txBox="1">
            <a:spLocks noGrp="1"/>
          </p:cNvSpPr>
          <p:nvPr>
            <p:ph type="subTitle" idx="8"/>
          </p:nvPr>
        </p:nvSpPr>
        <p:spPr>
          <a:xfrm>
            <a:off x="6883575" y="605875"/>
            <a:ext cx="1866000" cy="5736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26" name="Google Shape;226;p21"/>
          <p:cNvSpPr txBox="1">
            <a:spLocks noGrp="1"/>
          </p:cNvSpPr>
          <p:nvPr>
            <p:ph type="subTitle" idx="9"/>
          </p:nvPr>
        </p:nvSpPr>
        <p:spPr>
          <a:xfrm>
            <a:off x="3910200" y="3779175"/>
            <a:ext cx="3486300" cy="7056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27" name="Google Shape;227;p21"/>
          <p:cNvSpPr txBox="1">
            <a:spLocks noGrp="1"/>
          </p:cNvSpPr>
          <p:nvPr>
            <p:ph type="subTitle" idx="13"/>
          </p:nvPr>
        </p:nvSpPr>
        <p:spPr>
          <a:xfrm>
            <a:off x="291075" y="2571750"/>
            <a:ext cx="2765700" cy="70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28" name="Google Shape;228;p21"/>
          <p:cNvSpPr txBox="1">
            <a:spLocks noGrp="1"/>
          </p:cNvSpPr>
          <p:nvPr>
            <p:ph type="subTitle" idx="14"/>
          </p:nvPr>
        </p:nvSpPr>
        <p:spPr>
          <a:xfrm>
            <a:off x="4629850" y="694401"/>
            <a:ext cx="2018700" cy="5667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29" name="Google Shape;229;p21"/>
          <p:cNvSpPr txBox="1">
            <a:spLocks noGrp="1"/>
          </p:cNvSpPr>
          <p:nvPr>
            <p:ph type="subTitle" idx="15"/>
          </p:nvPr>
        </p:nvSpPr>
        <p:spPr>
          <a:xfrm>
            <a:off x="4629900" y="1390480"/>
            <a:ext cx="2018700" cy="2241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u="sng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30" name="Google Shape;230;p21"/>
          <p:cNvSpPr txBox="1">
            <a:spLocks noGrp="1"/>
          </p:cNvSpPr>
          <p:nvPr>
            <p:ph type="subTitle" idx="16"/>
          </p:nvPr>
        </p:nvSpPr>
        <p:spPr>
          <a:xfrm>
            <a:off x="3596775" y="2292000"/>
            <a:ext cx="1507500" cy="2241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31" name="Google Shape;231;p21"/>
          <p:cNvSpPr txBox="1">
            <a:spLocks noGrp="1"/>
          </p:cNvSpPr>
          <p:nvPr>
            <p:ph type="subTitle" idx="17"/>
          </p:nvPr>
        </p:nvSpPr>
        <p:spPr>
          <a:xfrm>
            <a:off x="3596775" y="2997350"/>
            <a:ext cx="1507500" cy="2241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32" name="Google Shape;232;p21"/>
          <p:cNvSpPr txBox="1">
            <a:spLocks noGrp="1"/>
          </p:cNvSpPr>
          <p:nvPr>
            <p:ph type="subTitle" idx="18"/>
          </p:nvPr>
        </p:nvSpPr>
        <p:spPr>
          <a:xfrm>
            <a:off x="3596675" y="1934500"/>
            <a:ext cx="1507500" cy="357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33" name="Google Shape;233;p21"/>
          <p:cNvSpPr txBox="1">
            <a:spLocks noGrp="1"/>
          </p:cNvSpPr>
          <p:nvPr>
            <p:ph type="subTitle" idx="19"/>
          </p:nvPr>
        </p:nvSpPr>
        <p:spPr>
          <a:xfrm>
            <a:off x="3596775" y="2618213"/>
            <a:ext cx="1507500" cy="357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34" name="Google Shape;234;p21"/>
          <p:cNvSpPr txBox="1">
            <a:spLocks noGrp="1"/>
          </p:cNvSpPr>
          <p:nvPr>
            <p:ph type="subTitle" idx="20"/>
          </p:nvPr>
        </p:nvSpPr>
        <p:spPr>
          <a:xfrm>
            <a:off x="5297950" y="2885600"/>
            <a:ext cx="1350600" cy="288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 u="sng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35" name="Google Shape;235;p21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6" name="Google Shape;236;p21"/>
          <p:cNvSpPr txBox="1">
            <a:spLocks noGrp="1"/>
          </p:cNvSpPr>
          <p:nvPr>
            <p:ph type="subTitle" idx="21"/>
          </p:nvPr>
        </p:nvSpPr>
        <p:spPr>
          <a:xfrm>
            <a:off x="5426775" y="2214775"/>
            <a:ext cx="1092900" cy="56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images with description">
  <p:cSld name="CUSTOM_19_1_1_1">
    <p:bg>
      <p:bgPr>
        <a:solidFill>
          <a:schemeClr val="accent5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"/>
          <p:cNvSpPr>
            <a:spLocks noGrp="1"/>
          </p:cNvSpPr>
          <p:nvPr>
            <p:ph type="pic" idx="2"/>
          </p:nvPr>
        </p:nvSpPr>
        <p:spPr>
          <a:xfrm>
            <a:off x="2021325" y="1854425"/>
            <a:ext cx="1679100" cy="3013800"/>
          </a:xfrm>
          <a:prstGeom prst="roundRect">
            <a:avLst>
              <a:gd name="adj" fmla="val 13643"/>
            </a:avLst>
          </a:prstGeom>
          <a:noFill/>
          <a:ln>
            <a:noFill/>
          </a:ln>
        </p:spPr>
      </p:sp>
      <p:sp>
        <p:nvSpPr>
          <p:cNvPr id="239" name="Google Shape;239;p22"/>
          <p:cNvSpPr>
            <a:spLocks noGrp="1"/>
          </p:cNvSpPr>
          <p:nvPr>
            <p:ph type="pic" idx="3"/>
          </p:nvPr>
        </p:nvSpPr>
        <p:spPr>
          <a:xfrm>
            <a:off x="5444400" y="1854425"/>
            <a:ext cx="1679100" cy="3013800"/>
          </a:xfrm>
          <a:prstGeom prst="roundRect">
            <a:avLst>
              <a:gd name="adj" fmla="val 13643"/>
            </a:avLst>
          </a:prstGeom>
          <a:noFill/>
          <a:ln>
            <a:noFill/>
          </a:ln>
        </p:spPr>
      </p:sp>
      <p:sp>
        <p:nvSpPr>
          <p:cNvPr id="240" name="Google Shape;240;p22"/>
          <p:cNvSpPr txBox="1">
            <a:spLocks noGrp="1"/>
          </p:cNvSpPr>
          <p:nvPr>
            <p:ph type="subTitle" idx="1"/>
          </p:nvPr>
        </p:nvSpPr>
        <p:spPr>
          <a:xfrm>
            <a:off x="3700500" y="3326350"/>
            <a:ext cx="1743900" cy="453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41" name="Google Shape;241;p22"/>
          <p:cNvSpPr txBox="1">
            <a:spLocks noGrp="1"/>
          </p:cNvSpPr>
          <p:nvPr>
            <p:ph type="body" idx="4"/>
          </p:nvPr>
        </p:nvSpPr>
        <p:spPr>
          <a:xfrm>
            <a:off x="3700500" y="3850823"/>
            <a:ext cx="1743900" cy="9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endParaRPr/>
          </a:p>
        </p:txBody>
      </p:sp>
      <p:sp>
        <p:nvSpPr>
          <p:cNvPr id="242" name="Google Shape;242;p22"/>
          <p:cNvSpPr txBox="1">
            <a:spLocks noGrp="1"/>
          </p:cNvSpPr>
          <p:nvPr>
            <p:ph type="subTitle" idx="5"/>
          </p:nvPr>
        </p:nvSpPr>
        <p:spPr>
          <a:xfrm>
            <a:off x="7123575" y="3326350"/>
            <a:ext cx="1743900" cy="453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43" name="Google Shape;243;p22"/>
          <p:cNvSpPr txBox="1">
            <a:spLocks noGrp="1"/>
          </p:cNvSpPr>
          <p:nvPr>
            <p:ph type="body" idx="6"/>
          </p:nvPr>
        </p:nvSpPr>
        <p:spPr>
          <a:xfrm>
            <a:off x="7123575" y="3850823"/>
            <a:ext cx="1743900" cy="9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endParaRPr/>
          </a:p>
        </p:txBody>
      </p:sp>
      <p:sp>
        <p:nvSpPr>
          <p:cNvPr id="244" name="Google Shape;244;p22"/>
          <p:cNvSpPr txBox="1">
            <a:spLocks noGrp="1"/>
          </p:cNvSpPr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>
            <a:endParaRPr/>
          </a:p>
        </p:txBody>
      </p:sp>
      <p:sp>
        <p:nvSpPr>
          <p:cNvPr id="245" name="Google Shape;245;p22"/>
          <p:cNvSpPr txBox="1">
            <a:spLocks noGrp="1"/>
          </p:cNvSpPr>
          <p:nvPr>
            <p:ph type="subTitle" idx="7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46" name="Google Shape;246;p22"/>
          <p:cNvSpPr txBox="1">
            <a:spLocks noGrp="1"/>
          </p:cNvSpPr>
          <p:nvPr>
            <p:ph type="subTitle" idx="8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47" name="Google Shape;247;p22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>
            <a:endParaRPr/>
          </a:p>
        </p:txBody>
      </p:sp>
      <p:sp>
        <p:nvSpPr>
          <p:cNvPr id="250" name="Google Shape;250;p2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5" name="Google Shape;255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8" name="Google Shape;258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59" name="Google Shape;259;p2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264" name="Google Shape;264;p2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269" name="Google Shape;269;p3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0" name="Google Shape;270;p3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275" name="Google Shape;275;p3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4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34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80" name="Google Shape;280;p34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81" name="Google Shape;281;p34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82" name="Google Shape;282;p34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83" name="Google Shape;283;p34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84" name="Google Shape;284;p34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7" name="Google Shape;287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88" name="Google Shape;288;p35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6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endParaRPr/>
          </a:p>
        </p:txBody>
      </p:sp>
      <p:sp>
        <p:nvSpPr>
          <p:cNvPr id="291" name="Google Shape;291;p36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92" name="Google Shape;292;p36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93" name="Google Shape;293;p36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94" name="Google Shape;294;p36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7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97" name="Google Shape;297;p37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98" name="Google Shape;298;p37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endParaRPr/>
          </a:p>
        </p:txBody>
      </p:sp>
      <p:sp>
        <p:nvSpPr>
          <p:cNvPr id="299" name="Google Shape;299;p37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0" name="Google Shape;300;p37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7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2" name="Google Shape;302;p37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05" name="Google Shape;305;p38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06" name="Google Shape;306;p38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07" name="Google Shape;307;p38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08" name="Google Shape;308;p38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endParaRPr/>
          </a:p>
        </p:txBody>
      </p:sp>
      <p:sp>
        <p:nvSpPr>
          <p:cNvPr id="309" name="Google Shape;309;p38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10" name="Google Shape;310;p38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11" name="Google Shape;311;p38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12" name="Google Shape;312;p38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15" name="Google Shape;315;p39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0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18" name="Google Shape;318;p40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19" name="Google Shape;319;p40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0" name="Google Shape;320;p40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21" name="Google Shape;321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22" name="Google Shape;322;p40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23" name="Google Shape;323;p40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1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26" name="Google Shape;326;p41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27" name="Google Shape;327;p41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1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29" name="Google Shape;329;p41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41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31" name="Google Shape;331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2" name="Google Shape;332;p41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33" name="Google Shape;333;p41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34" name="Google Shape;334;p41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2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3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3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43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1" name="Google Shape;341;p43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2" name="Google Shape;342;p43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3" name="Google Shape;343;p43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4" name="Google Shape;344;p43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45" name="Google Shape;345;p43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6" name="Google Shape;346;p43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7" name="Google Shape;347;p43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84850" y="2001325"/>
            <a:ext cx="4088100" cy="24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75">
          <p15:clr>
            <a:srgbClr val="E46962"/>
          </p15:clr>
        </p15:guide>
        <p15:guide id="2" orient="horz" pos="3061">
          <p15:clr>
            <a:srgbClr val="E46962"/>
          </p15:clr>
        </p15:guide>
        <p15:guide id="3" orient="horz" pos="175">
          <p15:clr>
            <a:srgbClr val="E46962"/>
          </p15:clr>
        </p15:guide>
        <p15:guide id="4" pos="5585">
          <p15:clr>
            <a:srgbClr val="E46962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4"/>
          <p:cNvSpPr txBox="1">
            <a:spLocks noGrp="1"/>
          </p:cNvSpPr>
          <p:nvPr>
            <p:ph type="subTitle" idx="1"/>
          </p:nvPr>
        </p:nvSpPr>
        <p:spPr>
          <a:xfrm>
            <a:off x="821004" y="4044275"/>
            <a:ext cx="5859300" cy="45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Marwa Khalid</a:t>
            </a:r>
            <a:br>
              <a:rPr lang="en"/>
            </a:br>
            <a:r>
              <a:rPr lang="en"/>
              <a:t>Felix Wong</a:t>
            </a:r>
            <a:endParaRPr/>
          </a:p>
        </p:txBody>
      </p:sp>
      <p:sp>
        <p:nvSpPr>
          <p:cNvPr id="353" name="Google Shape;353;p44"/>
          <p:cNvSpPr txBox="1">
            <a:spLocks noGrp="1"/>
          </p:cNvSpPr>
          <p:nvPr>
            <p:ph type="title"/>
          </p:nvPr>
        </p:nvSpPr>
        <p:spPr>
          <a:xfrm>
            <a:off x="795525" y="2323100"/>
            <a:ext cx="4838100" cy="145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Journaley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45"/>
          <p:cNvPicPr preferRelativeResize="0"/>
          <p:nvPr/>
        </p:nvPicPr>
        <p:blipFill rotWithShape="1">
          <a:blip r:embed="rId3">
            <a:alphaModFix amt="10000"/>
          </a:blip>
          <a:srcRect l="1070" t="14705" r="80231" b="19825"/>
          <a:stretch/>
        </p:blipFill>
        <p:spPr>
          <a:xfrm>
            <a:off x="280800" y="1743975"/>
            <a:ext cx="1623600" cy="1813500"/>
          </a:xfrm>
          <a:prstGeom prst="roundRect">
            <a:avLst>
              <a:gd name="adj" fmla="val 9898"/>
            </a:avLst>
          </a:prstGeom>
          <a:noFill/>
          <a:ln>
            <a:noFill/>
          </a:ln>
        </p:spPr>
      </p:pic>
      <p:pic>
        <p:nvPicPr>
          <p:cNvPr id="359" name="Google Shape;359;p45"/>
          <p:cNvPicPr preferRelativeResize="0"/>
          <p:nvPr/>
        </p:nvPicPr>
        <p:blipFill rotWithShape="1">
          <a:blip r:embed="rId3">
            <a:alphaModFix amt="10000"/>
          </a:blip>
          <a:srcRect l="1070" t="14705" r="80231" b="19825"/>
          <a:stretch/>
        </p:blipFill>
        <p:spPr>
          <a:xfrm>
            <a:off x="2018600" y="1743975"/>
            <a:ext cx="1623600" cy="1813500"/>
          </a:xfrm>
          <a:prstGeom prst="roundRect">
            <a:avLst>
              <a:gd name="adj" fmla="val 9898"/>
            </a:avLst>
          </a:prstGeom>
          <a:noFill/>
          <a:ln>
            <a:noFill/>
          </a:ln>
        </p:spPr>
      </p:pic>
      <p:pic>
        <p:nvPicPr>
          <p:cNvPr id="360" name="Google Shape;360;p45"/>
          <p:cNvPicPr preferRelativeResize="0"/>
          <p:nvPr/>
        </p:nvPicPr>
        <p:blipFill rotWithShape="1">
          <a:blip r:embed="rId3">
            <a:alphaModFix amt="10000"/>
          </a:blip>
          <a:srcRect l="1070" t="14705" r="80231" b="19825"/>
          <a:stretch/>
        </p:blipFill>
        <p:spPr>
          <a:xfrm>
            <a:off x="3756400" y="1743975"/>
            <a:ext cx="1623600" cy="1813500"/>
          </a:xfrm>
          <a:prstGeom prst="roundRect">
            <a:avLst>
              <a:gd name="adj" fmla="val 9898"/>
            </a:avLst>
          </a:prstGeom>
          <a:noFill/>
          <a:ln>
            <a:noFill/>
          </a:ln>
        </p:spPr>
      </p:pic>
      <p:pic>
        <p:nvPicPr>
          <p:cNvPr id="361" name="Google Shape;361;p45"/>
          <p:cNvPicPr preferRelativeResize="0"/>
          <p:nvPr/>
        </p:nvPicPr>
        <p:blipFill rotWithShape="1">
          <a:blip r:embed="rId3">
            <a:alphaModFix amt="10000"/>
          </a:blip>
          <a:srcRect l="1070" t="14705" r="80231" b="19825"/>
          <a:stretch/>
        </p:blipFill>
        <p:spPr>
          <a:xfrm>
            <a:off x="5494200" y="1743975"/>
            <a:ext cx="1623600" cy="1813500"/>
          </a:xfrm>
          <a:prstGeom prst="roundRect">
            <a:avLst>
              <a:gd name="adj" fmla="val 9898"/>
            </a:avLst>
          </a:prstGeom>
          <a:noFill/>
          <a:ln>
            <a:noFill/>
          </a:ln>
        </p:spPr>
      </p:pic>
      <p:pic>
        <p:nvPicPr>
          <p:cNvPr id="362" name="Google Shape;362;p45"/>
          <p:cNvPicPr preferRelativeResize="0"/>
          <p:nvPr/>
        </p:nvPicPr>
        <p:blipFill rotWithShape="1">
          <a:blip r:embed="rId3">
            <a:alphaModFix amt="10000"/>
          </a:blip>
          <a:srcRect l="1070" t="14705" r="80231" b="19825"/>
          <a:stretch/>
        </p:blipFill>
        <p:spPr>
          <a:xfrm>
            <a:off x="7232000" y="1743975"/>
            <a:ext cx="1623600" cy="1813500"/>
          </a:xfrm>
          <a:prstGeom prst="roundRect">
            <a:avLst>
              <a:gd name="adj" fmla="val 9898"/>
            </a:avLst>
          </a:prstGeom>
          <a:noFill/>
          <a:ln>
            <a:noFill/>
          </a:ln>
        </p:spPr>
      </p:pic>
      <p:sp>
        <p:nvSpPr>
          <p:cNvPr id="363" name="Google Shape;363;p45"/>
          <p:cNvSpPr/>
          <p:nvPr/>
        </p:nvSpPr>
        <p:spPr>
          <a:xfrm>
            <a:off x="446761" y="1919375"/>
            <a:ext cx="514500" cy="514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64" name="Google Shape;364;p45"/>
          <p:cNvSpPr/>
          <p:nvPr/>
        </p:nvSpPr>
        <p:spPr>
          <a:xfrm>
            <a:off x="491620" y="1964234"/>
            <a:ext cx="424800" cy="424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365" name="Google Shape;365;p45"/>
          <p:cNvGrpSpPr/>
          <p:nvPr/>
        </p:nvGrpSpPr>
        <p:grpSpPr>
          <a:xfrm>
            <a:off x="2196150" y="1919375"/>
            <a:ext cx="514500" cy="514500"/>
            <a:chOff x="2196150" y="1919375"/>
            <a:chExt cx="514500" cy="514500"/>
          </a:xfrm>
        </p:grpSpPr>
        <p:sp>
          <p:nvSpPr>
            <p:cNvPr id="366" name="Google Shape;366;p45"/>
            <p:cNvSpPr/>
            <p:nvPr/>
          </p:nvSpPr>
          <p:spPr>
            <a:xfrm>
              <a:off x="2196150" y="1919375"/>
              <a:ext cx="514500" cy="5145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367" name="Google Shape;367;p45"/>
            <p:cNvSpPr/>
            <p:nvPr/>
          </p:nvSpPr>
          <p:spPr>
            <a:xfrm>
              <a:off x="2241009" y="1964234"/>
              <a:ext cx="424800" cy="42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  <a:endParaRPr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368" name="Google Shape;368;p45"/>
          <p:cNvGrpSpPr/>
          <p:nvPr/>
        </p:nvGrpSpPr>
        <p:grpSpPr>
          <a:xfrm>
            <a:off x="3936800" y="1919375"/>
            <a:ext cx="514500" cy="514500"/>
            <a:chOff x="3936800" y="1919375"/>
            <a:chExt cx="514500" cy="514500"/>
          </a:xfrm>
        </p:grpSpPr>
        <p:sp>
          <p:nvSpPr>
            <p:cNvPr id="369" name="Google Shape;369;p45"/>
            <p:cNvSpPr/>
            <p:nvPr/>
          </p:nvSpPr>
          <p:spPr>
            <a:xfrm>
              <a:off x="3936800" y="1919375"/>
              <a:ext cx="514500" cy="5145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370" name="Google Shape;370;p45"/>
            <p:cNvSpPr/>
            <p:nvPr/>
          </p:nvSpPr>
          <p:spPr>
            <a:xfrm>
              <a:off x="3981659" y="1964234"/>
              <a:ext cx="424800" cy="42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  <a:endParaRPr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371" name="Google Shape;371;p45"/>
          <p:cNvGrpSpPr/>
          <p:nvPr/>
        </p:nvGrpSpPr>
        <p:grpSpPr>
          <a:xfrm>
            <a:off x="5677450" y="1919375"/>
            <a:ext cx="514500" cy="514500"/>
            <a:chOff x="5677450" y="1919375"/>
            <a:chExt cx="514500" cy="514500"/>
          </a:xfrm>
        </p:grpSpPr>
        <p:sp>
          <p:nvSpPr>
            <p:cNvPr id="372" name="Google Shape;372;p45"/>
            <p:cNvSpPr/>
            <p:nvPr/>
          </p:nvSpPr>
          <p:spPr>
            <a:xfrm>
              <a:off x="5677450" y="1919375"/>
              <a:ext cx="514500" cy="5145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373" name="Google Shape;373;p45"/>
            <p:cNvSpPr/>
            <p:nvPr/>
          </p:nvSpPr>
          <p:spPr>
            <a:xfrm>
              <a:off x="5722309" y="1964234"/>
              <a:ext cx="424800" cy="42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rPr>
                <a:t>4</a:t>
              </a:r>
              <a:endParaRPr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374" name="Google Shape;374;p45"/>
          <p:cNvGrpSpPr/>
          <p:nvPr/>
        </p:nvGrpSpPr>
        <p:grpSpPr>
          <a:xfrm>
            <a:off x="7418100" y="1919375"/>
            <a:ext cx="514500" cy="514500"/>
            <a:chOff x="7418100" y="1919375"/>
            <a:chExt cx="514500" cy="514500"/>
          </a:xfrm>
        </p:grpSpPr>
        <p:sp>
          <p:nvSpPr>
            <p:cNvPr id="375" name="Google Shape;375;p45"/>
            <p:cNvSpPr/>
            <p:nvPr/>
          </p:nvSpPr>
          <p:spPr>
            <a:xfrm>
              <a:off x="7418100" y="1919375"/>
              <a:ext cx="514500" cy="5145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376" name="Google Shape;376;p45"/>
            <p:cNvSpPr/>
            <p:nvPr/>
          </p:nvSpPr>
          <p:spPr>
            <a:xfrm>
              <a:off x="7462959" y="1964234"/>
              <a:ext cx="424800" cy="42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rPr>
                <a:t>5</a:t>
              </a:r>
              <a:endParaRPr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377" name="Google Shape;377;p45"/>
          <p:cNvSpPr txBox="1">
            <a:spLocks noGrp="1"/>
          </p:cNvSpPr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 Order</a:t>
            </a:r>
            <a:endParaRPr/>
          </a:p>
        </p:txBody>
      </p:sp>
      <p:sp>
        <p:nvSpPr>
          <p:cNvPr id="378" name="Google Shape;378;p45"/>
          <p:cNvSpPr txBox="1">
            <a:spLocks noGrp="1"/>
          </p:cNvSpPr>
          <p:nvPr>
            <p:ph type="subTitle" idx="1"/>
          </p:nvPr>
        </p:nvSpPr>
        <p:spPr>
          <a:xfrm>
            <a:off x="421311" y="2908400"/>
            <a:ext cx="1337400" cy="39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 Diagram</a:t>
            </a:r>
            <a:endParaRPr/>
          </a:p>
        </p:txBody>
      </p:sp>
      <p:sp>
        <p:nvSpPr>
          <p:cNvPr id="379" name="Google Shape;379;p45"/>
          <p:cNvSpPr txBox="1">
            <a:spLocks noGrp="1"/>
          </p:cNvSpPr>
          <p:nvPr>
            <p:ph type="subTitle" idx="2"/>
          </p:nvPr>
        </p:nvSpPr>
        <p:spPr>
          <a:xfrm>
            <a:off x="2167325" y="2908400"/>
            <a:ext cx="1337400" cy="39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 </a:t>
            </a:r>
            <a:br>
              <a:rPr lang="en"/>
            </a:br>
            <a:r>
              <a:rPr lang="en"/>
              <a:t>Diagram</a:t>
            </a:r>
            <a:endParaRPr/>
          </a:p>
        </p:txBody>
      </p:sp>
      <p:sp>
        <p:nvSpPr>
          <p:cNvPr id="380" name="Google Shape;380;p45"/>
          <p:cNvSpPr txBox="1">
            <a:spLocks noGrp="1"/>
          </p:cNvSpPr>
          <p:nvPr>
            <p:ph type="subTitle" idx="3"/>
          </p:nvPr>
        </p:nvSpPr>
        <p:spPr>
          <a:xfrm>
            <a:off x="3905470" y="2908400"/>
            <a:ext cx="1337400" cy="39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Sequence Diagram</a:t>
            </a:r>
            <a:endParaRPr/>
          </a:p>
        </p:txBody>
      </p:sp>
      <p:sp>
        <p:nvSpPr>
          <p:cNvPr id="381" name="Google Shape;381;p45"/>
          <p:cNvSpPr txBox="1">
            <a:spLocks noGrp="1"/>
          </p:cNvSpPr>
          <p:nvPr>
            <p:ph type="subTitle" idx="4"/>
          </p:nvPr>
        </p:nvSpPr>
        <p:spPr>
          <a:xfrm>
            <a:off x="5637309" y="2737987"/>
            <a:ext cx="1337400" cy="39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382" name="Google Shape;382;p45"/>
          <p:cNvSpPr txBox="1">
            <a:spLocks noGrp="1"/>
          </p:cNvSpPr>
          <p:nvPr>
            <p:ph type="subTitle" idx="5"/>
          </p:nvPr>
        </p:nvSpPr>
        <p:spPr>
          <a:xfrm>
            <a:off x="7392630" y="2703205"/>
            <a:ext cx="1337400" cy="39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Review</a:t>
            </a:r>
            <a:endParaRPr/>
          </a:p>
        </p:txBody>
      </p:sp>
      <p:sp>
        <p:nvSpPr>
          <p:cNvPr id="383" name="Google Shape;383;p45"/>
          <p:cNvSpPr txBox="1">
            <a:spLocks noGrp="1"/>
          </p:cNvSpPr>
          <p:nvPr>
            <p:ph type="subTitle" idx="15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384" name="Google Shape;384;p45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6"/>
          <p:cNvSpPr txBox="1">
            <a:spLocks noGrp="1"/>
          </p:cNvSpPr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 Diagram</a:t>
            </a:r>
            <a:endParaRPr/>
          </a:p>
        </p:txBody>
      </p:sp>
      <p:sp>
        <p:nvSpPr>
          <p:cNvPr id="391" name="Google Shape;391;p46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pic>
        <p:nvPicPr>
          <p:cNvPr id="392" name="Google Shape;392;p46" title="architecture 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5575" y="1089600"/>
            <a:ext cx="3232831" cy="3770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7"/>
          <p:cNvSpPr txBox="1">
            <a:spLocks noGrp="1"/>
          </p:cNvSpPr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 Diagram</a:t>
            </a:r>
            <a:endParaRPr/>
          </a:p>
        </p:txBody>
      </p:sp>
      <p:sp>
        <p:nvSpPr>
          <p:cNvPr id="399" name="Google Shape;399;p47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400" name="Google Shape;400;p47" title="Journaley ER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6038" y="1212450"/>
            <a:ext cx="7491932" cy="353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8"/>
          <p:cNvSpPr txBox="1">
            <a:spLocks noGrp="1"/>
          </p:cNvSpPr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Sequence Diagram</a:t>
            </a:r>
            <a:endParaRPr/>
          </a:p>
        </p:txBody>
      </p:sp>
      <p:sp>
        <p:nvSpPr>
          <p:cNvPr id="407" name="Google Shape;407;p48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2B504A2-BC35-D6FD-2E83-692507B1F8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36242" y="563880"/>
            <a:ext cx="1044577" cy="44310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roduct demo | Human focus">
  <a:themeElements>
    <a:clrScheme name="Simple Light">
      <a:dk1>
        <a:srgbClr val="3C4043"/>
      </a:dk1>
      <a:lt1>
        <a:srgbClr val="000000"/>
      </a:lt1>
      <a:dk2>
        <a:srgbClr val="F4F4F4"/>
      </a:dk2>
      <a:lt2>
        <a:srgbClr val="FFFFFF"/>
      </a:lt2>
      <a:accent1>
        <a:srgbClr val="FDD198"/>
      </a:accent1>
      <a:accent2>
        <a:srgbClr val="F4F4F4"/>
      </a:accent2>
      <a:accent3>
        <a:srgbClr val="B7B7B7"/>
      </a:accent3>
      <a:accent4>
        <a:srgbClr val="FFA767"/>
      </a:accent4>
      <a:accent5>
        <a:srgbClr val="FFF2DC"/>
      </a:accent5>
      <a:accent6>
        <a:srgbClr val="F0C894"/>
      </a:accent6>
      <a:hlink>
        <a:srgbClr val="CAA9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Microsoft Office PowerPoint</Application>
  <PresentationFormat>On-screen Show (16:9)</PresentationFormat>
  <Paragraphs>22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Azeret Mono</vt:lpstr>
      <vt:lpstr>Arimo Medium</vt:lpstr>
      <vt:lpstr>Arimo</vt:lpstr>
      <vt:lpstr>Arimo SemiBold</vt:lpstr>
      <vt:lpstr>Product demo | Human focus</vt:lpstr>
      <vt:lpstr>Journaley Presentation</vt:lpstr>
      <vt:lpstr>Presentation Order</vt:lpstr>
      <vt:lpstr>Architecture Diagram</vt:lpstr>
      <vt:lpstr>ER Diagram</vt:lpstr>
      <vt:lpstr>Sequence Diagram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Marwa Khalid</cp:lastModifiedBy>
  <cp:revision>1</cp:revision>
  <dcterms:modified xsi:type="dcterms:W3CDTF">2026-03-26T18:49:49Z</dcterms:modified>
</cp:coreProperties>
</file>